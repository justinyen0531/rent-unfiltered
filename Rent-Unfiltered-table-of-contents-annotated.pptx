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0aaea94b7d47a6" /><Relationship Type="http://schemas.openxmlformats.org/officeDocument/2006/relationships/extended-properties" Target="/docProps/app.xml" Id="Ra0fd1f8191c94d41" /><Relationship Type="http://schemas.openxmlformats.org/officeDocument/2006/relationships/officeDocument" Target="/ppt/presentation.xml" Id="R206dc7f47efb4c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68ad002d9841b3"/>
  </p:sldMasterIdLst>
  <p:notesMasterIdLst>
    <p:notesMasterId xmlns:r="http://schemas.openxmlformats.org/officeDocument/2006/relationships" r:id="R87ab1b8291894a5a"/>
  </p:notesMasterIdLst>
  <p:sldIdLst>
    <p:sldId xmlns:r="http://schemas.openxmlformats.org/officeDocument/2006/relationships" id="256" r:id="Ra2b47176c5984c3f"/>
  </p:sldIdLst>
  <p:sldSz cx="17068800" cy="9753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8ad002d9841b3" /><Relationship Type="http://schemas.openxmlformats.org/officeDocument/2006/relationships/theme" Target="/ppt/theme/theme1.xml" Id="Rf265902ff0904be3" /><Relationship Type="http://schemas.openxmlformats.org/officeDocument/2006/relationships/notesMaster" Target="/ppt/notesMasters/notesMaster1.xml" Id="R87ab1b8291894a5a" /><Relationship Type="http://schemas.openxmlformats.org/officeDocument/2006/relationships/presProps" Target="/ppt/presProps.xml" Id="R6398aecb7e00496b" /><Relationship Type="http://schemas.openxmlformats.org/officeDocument/2006/relationships/viewProps" Target="/ppt/viewProps.xml" Id="R033c1cff15cb40ad" /><Relationship Type="http://schemas.openxmlformats.org/officeDocument/2006/relationships/tableStyles" Target="/ppt/tableStyles.xml" Id="R7a8931aa49c944de" /><Relationship Type="http://schemas.openxmlformats.org/officeDocument/2006/relationships/slide" Target="/ppt/slides/slide1.xml" Id="Ra2b47176c5984c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b5b76b770b741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e6ff60b7a74088" /><Relationship Type="http://schemas.openxmlformats.org/officeDocument/2006/relationships/notesMaster" Target="/ppt/notesMasters/notesMaster1.xml" Id="Rf9fdb5cb1a574a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7c9ff387c40e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c78e4a08dae458d" /><Relationship Type="http://schemas.openxmlformats.org/officeDocument/2006/relationships/slideLayout" Target="/ppt/slideLayouts/slideLayout2.xml" Id="R3d00e08f8c5545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00e08f8c5545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ef7a68b8754a3a" /><Relationship Type="http://schemas.openxmlformats.org/officeDocument/2006/relationships/image" Target="/ppt/media/image.png" Id="R4c2024435ab94554" /><Relationship Type="http://schemas.openxmlformats.org/officeDocument/2006/relationships/notesSlide" Target="/ppt/notesSlides/notesSlide1.xml" Id="R3a88062cb318494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024435ab94554"/>
          <a:srcRect xmlns:a="http://schemas.openxmlformats.org/drawingml/2006/main" l="755" t="0" r="7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8800" cy="9753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314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2026-05-25T03:07:40.7600000Z</dcterms:created>
  <dcterms:modified xsi:type="dcterms:W3CDTF">2026-05-25T03:07:40.7600000Z</dcterms:modified>
</coreProperties>
</file>