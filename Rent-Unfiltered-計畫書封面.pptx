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03bc7921c64fe0" /><Relationship Type="http://schemas.openxmlformats.org/officeDocument/2006/relationships/extended-properties" Target="/docProps/app.xml" Id="Rcc54c53c3007408b" /><Relationship Type="http://schemas.openxmlformats.org/officeDocument/2006/relationships/officeDocument" Target="/ppt/presentation.xml" Id="R71a1eff8c59e4d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324f35990b473b"/>
  </p:sldMasterIdLst>
  <p:notesMasterIdLst>
    <p:notesMasterId xmlns:r="http://schemas.openxmlformats.org/officeDocument/2006/relationships" r:id="Rb9d6d3222db5409b"/>
  </p:notesMasterIdLst>
  <p:sldIdLst>
    <p:sldId xmlns:r="http://schemas.openxmlformats.org/officeDocument/2006/relationships" id="256" r:id="R89a02df66a434aeb"/>
  </p:sldIdLst>
  <p:sldSz cx="15925800" cy="8963025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324f35990b473b" /><Relationship Type="http://schemas.openxmlformats.org/officeDocument/2006/relationships/theme" Target="/ppt/theme/theme1.xml" Id="Red255292fdbc451f" /><Relationship Type="http://schemas.openxmlformats.org/officeDocument/2006/relationships/notesMaster" Target="/ppt/notesMasters/notesMaster1.xml" Id="Rb9d6d3222db5409b" /><Relationship Type="http://schemas.openxmlformats.org/officeDocument/2006/relationships/presProps" Target="/ppt/presProps.xml" Id="R65380650a3cf4843" /><Relationship Type="http://schemas.openxmlformats.org/officeDocument/2006/relationships/viewProps" Target="/ppt/viewProps.xml" Id="R7f01855ae31b4349" /><Relationship Type="http://schemas.openxmlformats.org/officeDocument/2006/relationships/tableStyles" Target="/ppt/tableStyles.xml" Id="Rb1b65709ad5e48c2" /><Relationship Type="http://schemas.openxmlformats.org/officeDocument/2006/relationships/slide" Target="/ppt/slides/slide1.xml" Id="R89a02df66a434a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12a7cc2fc064b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985e3207b949cb" /><Relationship Type="http://schemas.openxmlformats.org/officeDocument/2006/relationships/notesMaster" Target="/ppt/notesMasters/notesMaster1.xml" Id="R9e3f336071d647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7fbb94697456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44154ac9a8340ca" /><Relationship Type="http://schemas.openxmlformats.org/officeDocument/2006/relationships/slideLayout" Target="/ppt/slideLayouts/slideLayout2.xml" Id="R888f624542de49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8f624542de49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42451a822845b3" /><Relationship Type="http://schemas.openxmlformats.org/officeDocument/2006/relationships/image" Target="/ppt/media/image.png" Id="R2153006ff41f4071" /><Relationship Type="http://schemas.openxmlformats.org/officeDocument/2006/relationships/notesSlide" Target="/ppt/notesSlides/notesSlide1.xml" Id="R55ca4b7ff11f4f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3006ff41f407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2" name="member-info-clean-mask">
            <a:extLst xmlns:a="http://schemas.openxmlformats.org/drawingml/2006/main">
              <a:ext uri="{FF2B5EF4-FFF2-40B4-BE49-F238E27FC236}">
                <a16:creationId xmlns:a16="http://schemas.microsoft.com/office/drawing/2014/main" id="{B1C975DE-602E-45A4-87D5-60F5558A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763905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8FC">
              <a:alpha val="100000"/>
            </a:srgbClr>
          </a:solidFill>
          <a:ln xmlns:a="http://schemas.openxmlformats.org/drawingml/2006/main" w="7620">
            <a:solidFill>
              <a:srgbClr val="9FC4E3">
                <a:alpha val="40000"/>
              </a:srgbClr>
            </a:solidFill>
            <a:prstDash val="solid"/>
          </a:ln>
        </p:spPr>
      </p:sp>
      <p:sp>
        <p:nvSpPr>
          <p:cNvPr id="3" name="members-label">
            <a:extLst xmlns:a="http://schemas.openxmlformats.org/drawingml/2006/main">
              <a:ext uri="{FF2B5EF4-FFF2-40B4-BE49-F238E27FC236}">
                <a16:creationId xmlns:a16="http://schemas.microsoft.com/office/drawing/2014/main" id="{F42D8E10-1ED9-41A0-953E-CBD6EA18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772400"/>
            <a:ext cx="2724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31597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15978"/>
                </a:solidFill>
                <a:latin typeface="Aptos"/>
                <a:ea typeface="Aptos"/>
                <a:cs typeface="Aptos"/>
              </a:rPr>
              <a:t>Team Members</a:t>
            </a:r>
          </a:p>
        </p:txBody>
      </p:sp>
      <p:sp>
        <p:nvSpPr>
          <p:cNvPr id="4" name="member-one">
            <a:extLst xmlns:a="http://schemas.openxmlformats.org/drawingml/2006/main">
              <a:ext uri="{FF2B5EF4-FFF2-40B4-BE49-F238E27FC236}">
                <a16:creationId xmlns:a16="http://schemas.microsoft.com/office/drawing/2014/main" id="{0FAA4C1A-FD80-4ED3-9890-E04EEA49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80581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102F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102F4A"/>
                </a:solidFill>
                <a:latin typeface="Microsoft JhengHei"/>
                <a:ea typeface="Microsoft JhengHei"/>
                <a:cs typeface="Microsoft JhengHei"/>
              </a:rPr>
              <a:t>閻星澄｜財務管理學系一年級</a:t>
            </a:r>
          </a:p>
        </p:txBody>
      </p:sp>
      <p:sp>
        <p:nvSpPr>
          <p:cNvPr id="5" name="member-two">
            <a:extLst xmlns:a="http://schemas.openxmlformats.org/drawingml/2006/main">
              <a:ext uri="{FF2B5EF4-FFF2-40B4-BE49-F238E27FC236}">
                <a16:creationId xmlns:a16="http://schemas.microsoft.com/office/drawing/2014/main" id="{38C0A2C4-4C34-43A3-8C23-4EEB8487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83629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102F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102F4A"/>
                </a:solidFill>
                <a:latin typeface="Microsoft JhengHei"/>
                <a:ea typeface="Microsoft JhengHei"/>
                <a:cs typeface="Microsoft JhengHei"/>
              </a:rPr>
              <a:t>羅士桓｜經濟學系一年級</a:t>
            </a:r>
          </a:p>
        </p:txBody>
      </p:sp>
    </p:spTree>
    <p:extLst>
      <p:ext uri="{BB962C8B-B14F-4D97-AF65-F5344CB8AC3E}">
        <p14:creationId xmlns:p14="http://schemas.microsoft.com/office/powerpoint/2010/main" val="7590867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2026-05-25T02:31:41.4170000Z</dcterms:created>
  <dcterms:modified xsi:type="dcterms:W3CDTF">2026-05-25T02:31:41.4170000Z</dcterms:modified>
</coreProperties>
</file>