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56833d23554c37" /><Relationship Type="http://schemas.openxmlformats.org/officeDocument/2006/relationships/extended-properties" Target="/docProps/app.xml" Id="R092d9b49b5c54ba9" /><Relationship Type="http://schemas.openxmlformats.org/officeDocument/2006/relationships/officeDocument" Target="/ppt/presentation.xml" Id="R422804d1e4c44d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56939934c64680"/>
  </p:sldMasterIdLst>
  <p:notesMasterIdLst>
    <p:notesMasterId xmlns:r="http://schemas.openxmlformats.org/officeDocument/2006/relationships" r:id="R64c3e7b80afe4523"/>
  </p:notesMasterIdLst>
  <p:sldIdLst>
    <p:sldId xmlns:r="http://schemas.openxmlformats.org/officeDocument/2006/relationships" id="256" r:id="R45d5bddd55ea45b6"/>
  </p:sldIdLst>
  <p:sldSz cx="14630400" cy="97536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56939934c64680" /><Relationship Type="http://schemas.openxmlformats.org/officeDocument/2006/relationships/theme" Target="/ppt/theme/theme1.xml" Id="R33ac3b0beb1742c3" /><Relationship Type="http://schemas.openxmlformats.org/officeDocument/2006/relationships/notesMaster" Target="/ppt/notesMasters/notesMaster1.xml" Id="R64c3e7b80afe4523" /><Relationship Type="http://schemas.openxmlformats.org/officeDocument/2006/relationships/presProps" Target="/ppt/presProps.xml" Id="R8310168fd9f84b2e" /><Relationship Type="http://schemas.openxmlformats.org/officeDocument/2006/relationships/viewProps" Target="/ppt/viewProps.xml" Id="R2785d03b13664c2d" /><Relationship Type="http://schemas.openxmlformats.org/officeDocument/2006/relationships/tableStyles" Target="/ppt/tableStyles.xml" Id="Rdc71aa4905b24a59" /><Relationship Type="http://schemas.openxmlformats.org/officeDocument/2006/relationships/slide" Target="/ppt/slides/slide1.xml" Id="R45d5bddd55ea45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17dc7d9d3c541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6e8051494145bb" /><Relationship Type="http://schemas.openxmlformats.org/officeDocument/2006/relationships/notesMaster" Target="/ppt/notesMasters/notesMaster1.xml" Id="R0de33341342945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37a118f28a46e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c1176ebf9bc4a95" /><Relationship Type="http://schemas.openxmlformats.org/officeDocument/2006/relationships/slideLayout" Target="/ppt/slideLayouts/slideLayout2.xml" Id="R93d9ca0fab444d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d9ca0fab444d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a229c74bdd41ac" /><Relationship Type="http://schemas.openxmlformats.org/officeDocument/2006/relationships/image" Target="/ppt/media/image.png" Id="Rfc3b112e813c4e31" /><Relationship Type="http://schemas.openxmlformats.org/officeDocument/2006/relationships/notesSlide" Target="/ppt/notesSlides/notesSlide1.xml" Id="Rbbf8b8b68f5a4c9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b112e813c4e3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4630400" cy="9753600"/>
          </a:xfrm>
          <a:prstGeom xmlns:a="http://schemas.openxmlformats.org/drawingml/2006/main" prst="rect">
            <a:avLst/>
          </a:prstGeom>
        </p:spPr>
      </p:pic>
      <p:sp>
        <p:nvSpPr>
          <p:cNvPr id="2" name="title-projection-panel">
            <a:extLst xmlns:a="http://schemas.openxmlformats.org/drawingml/2006/main">
              <a:ext uri="{FF2B5EF4-FFF2-40B4-BE49-F238E27FC236}">
                <a16:creationId xmlns:a16="http://schemas.microsoft.com/office/drawing/2014/main" id="{6F6F48C6-917B-4BF3-B41A-DA8CFC9F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81050"/>
            <a:ext cx="937260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>
              <a:alpha val="25882"/>
            </a:srgbClr>
          </a:solidFill>
          <a:ln xmlns:a="http://schemas.openxmlformats.org/drawingml/2006/main" w="4763">
            <a:solidFill>
              <a:srgbClr val="C7DDF0">
                <a:alpha val="14902"/>
              </a:srgbClr>
            </a:solidFill>
            <a:prstDash val="solid"/>
          </a:ln>
        </p:spPr>
      </p:sp>
      <p:sp>
        <p:nvSpPr>
          <p:cNvPr id="3" name="project-title-en">
            <a:extLst xmlns:a="http://schemas.openxmlformats.org/drawingml/2006/main">
              <a:ext uri="{FF2B5EF4-FFF2-40B4-BE49-F238E27FC236}">
                <a16:creationId xmlns:a16="http://schemas.microsoft.com/office/drawing/2014/main" id="{59E039B1-4D07-4181-A667-FD05838E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066800"/>
            <a:ext cx="8801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123557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23557"/>
                </a:solidFill>
                <a:latin typeface="Aptos Display"/>
                <a:ea typeface="Aptos Display"/>
                <a:cs typeface="Aptos Display"/>
              </a:rPr>
              <a:t>Rent Unfiltered</a:t>
            </a:r>
          </a:p>
        </p:txBody>
      </p:sp>
      <p:sp>
        <p:nvSpPr>
          <p:cNvPr id="4" name="project-title-zh">
            <a:extLst xmlns:a="http://schemas.openxmlformats.org/drawingml/2006/main">
              <a:ext uri="{FF2B5EF4-FFF2-40B4-BE49-F238E27FC236}">
                <a16:creationId xmlns:a16="http://schemas.microsoft.com/office/drawing/2014/main" id="{782C8E4A-62F8-4E62-8E47-41EE8003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638300"/>
            <a:ext cx="8801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082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082A47"/>
                </a:solidFill>
                <a:latin typeface="Microsoft JhengHei"/>
                <a:ea typeface="Microsoft JhengHei"/>
                <a:cs typeface="Microsoft JhengHei"/>
              </a:rPr>
              <a:t>透明租屋</a:t>
            </a:r>
          </a:p>
        </p:txBody>
      </p:sp>
      <p:sp>
        <p:nvSpPr>
          <p:cNvPr id="5" name="cover-slogan">
            <a:extLst xmlns:a="http://schemas.openxmlformats.org/drawingml/2006/main">
              <a:ext uri="{FF2B5EF4-FFF2-40B4-BE49-F238E27FC236}">
                <a16:creationId xmlns:a16="http://schemas.microsoft.com/office/drawing/2014/main" id="{ACE3795A-A99B-47A6-81AB-42782130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57450"/>
            <a:ext cx="8420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73E5F">
                    <a:alpha val="93333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3E5F">
                    <a:alpha val="93333"/>
                  </a:srgbClr>
                </a:solidFill>
                <a:latin typeface="Microsoft JhengHei"/>
                <a:ea typeface="Microsoft JhengHei"/>
                <a:cs typeface="Microsoft JhengHei"/>
              </a:rPr>
              <a:t>讓租屋資訊，從廣告走向透明。</a:t>
            </a:r>
          </a:p>
        </p:txBody>
      </p:sp>
      <p:sp>
        <p:nvSpPr>
          <p:cNvPr id="6" name="team-name-soft-fire-panel">
            <a:extLst xmlns:a="http://schemas.openxmlformats.org/drawingml/2006/main">
              <a:ext uri="{FF2B5EF4-FFF2-40B4-BE49-F238E27FC236}">
                <a16:creationId xmlns:a16="http://schemas.microsoft.com/office/drawing/2014/main" id="{16494DEC-87A4-4452-8D1A-D0D7740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7800975"/>
            <a:ext cx="5181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D">
              <a:alpha val="21961"/>
            </a:srgbClr>
          </a:solidFill>
          <a:ln xmlns:a="http://schemas.openxmlformats.org/drawingml/2006/main" w="4763">
            <a:solidFill>
              <a:srgbClr val="F4C56A">
                <a:alpha val="13333"/>
              </a:srgbClr>
            </a:solidFill>
            <a:prstDash val="solid"/>
          </a:ln>
        </p:spPr>
      </p:sp>
      <p:sp>
        <p:nvSpPr>
          <p:cNvPr id="7" name="team-name-warm-glow">
            <a:extLst xmlns:a="http://schemas.openxmlformats.org/drawingml/2006/main">
              <a:ext uri="{FF2B5EF4-FFF2-40B4-BE49-F238E27FC236}">
                <a16:creationId xmlns:a16="http://schemas.microsoft.com/office/drawing/2014/main" id="{8D57F766-B207-4A59-A32A-4BD6300F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39075"/>
            <a:ext cx="5562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8" name="team-name">
            <a:extLst xmlns:a="http://schemas.openxmlformats.org/drawingml/2006/main">
              <a:ext uri="{FF2B5EF4-FFF2-40B4-BE49-F238E27FC236}">
                <a16:creationId xmlns:a16="http://schemas.microsoft.com/office/drawing/2014/main" id="{3E964731-D54C-4731-AF9E-4731EDD9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67650"/>
            <a:ext cx="556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9" name="members-panel">
            <a:extLst xmlns:a="http://schemas.openxmlformats.org/drawingml/2006/main">
              <a:ext uri="{FF2B5EF4-FFF2-40B4-BE49-F238E27FC236}">
                <a16:creationId xmlns:a16="http://schemas.microsoft.com/office/drawing/2014/main" id="{BFA480EC-3CD3-4000-BE47-09877F60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8420100"/>
            <a:ext cx="32766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>
              <a:alpha val="69020"/>
            </a:srgbClr>
          </a:solidFill>
          <a:ln xmlns:a="http://schemas.openxmlformats.org/drawingml/2006/main" w="7620">
            <a:solidFill>
              <a:srgbClr val="8AB8E6">
                <a:alpha val="26667"/>
              </a:srgbClr>
            </a:solidFill>
            <a:prstDash val="solid"/>
          </a:ln>
        </p:spPr>
      </p:sp>
      <p:sp>
        <p:nvSpPr>
          <p:cNvPr id="10" name="members-label">
            <a:extLst xmlns:a="http://schemas.openxmlformats.org/drawingml/2006/main">
              <a:ext uri="{FF2B5EF4-FFF2-40B4-BE49-F238E27FC236}">
                <a16:creationId xmlns:a16="http://schemas.microsoft.com/office/drawing/2014/main" id="{09434C0F-8785-476D-884A-F68336BC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534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E6A8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E6A82"/>
                </a:solidFill>
                <a:latin typeface="Aptos"/>
                <a:ea typeface="Aptos"/>
                <a:cs typeface="Aptos"/>
              </a:rPr>
              <a:t>Team Members</a:t>
            </a:r>
          </a:p>
        </p:txBody>
      </p:sp>
      <p:sp>
        <p:nvSpPr>
          <p:cNvPr id="11" name="members-names">
            <a:extLst xmlns:a="http://schemas.openxmlformats.org/drawingml/2006/main">
              <a:ext uri="{FF2B5EF4-FFF2-40B4-BE49-F238E27FC236}">
                <a16:creationId xmlns:a16="http://schemas.microsoft.com/office/drawing/2014/main" id="{26D35E18-036F-464A-9533-0EEBF16C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782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rPr>
              <a:t>閻星澄｜羅士桓</a:t>
            </a:r>
          </a:p>
        </p:txBody>
      </p:sp>
    </p:spTree>
    <p:extLst>
      <p:ext uri="{BB962C8B-B14F-4D97-AF65-F5344CB8AC3E}">
        <p14:creationId xmlns:p14="http://schemas.microsoft.com/office/powerpoint/2010/main" val="6546787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2026-05-24T16:33:28.6470000Z</dcterms:created>
  <dcterms:modified xsi:type="dcterms:W3CDTF">2026-05-24T16:33:28.6470000Z</dcterms:modified>
</coreProperties>
</file>