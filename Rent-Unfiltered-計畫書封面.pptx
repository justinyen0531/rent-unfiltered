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4ebfb70aae460d" /><Relationship Type="http://schemas.openxmlformats.org/officeDocument/2006/relationships/extended-properties" Target="/docProps/app.xml" Id="R3d9ee7e50e4244f6" /><Relationship Type="http://schemas.openxmlformats.org/officeDocument/2006/relationships/officeDocument" Target="/ppt/presentation.xml" Id="R6676b333b67a41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e5c3ffab2145c7"/>
  </p:sldMasterIdLst>
  <p:notesMasterIdLst>
    <p:notesMasterId xmlns:r="http://schemas.openxmlformats.org/officeDocument/2006/relationships" r:id="Rac447c014a3f4a60"/>
  </p:notesMasterIdLst>
  <p:sldIdLst>
    <p:sldId xmlns:r="http://schemas.openxmlformats.org/officeDocument/2006/relationships" id="256" r:id="R0e9c96114634488d"/>
  </p:sldIdLst>
  <p:sldSz cx="14630400" cy="97536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e5c3ffab2145c7" /><Relationship Type="http://schemas.openxmlformats.org/officeDocument/2006/relationships/theme" Target="/ppt/theme/theme1.xml" Id="R7b8af2afd8824fb3" /><Relationship Type="http://schemas.openxmlformats.org/officeDocument/2006/relationships/notesMaster" Target="/ppt/notesMasters/notesMaster1.xml" Id="Rac447c014a3f4a60" /><Relationship Type="http://schemas.openxmlformats.org/officeDocument/2006/relationships/presProps" Target="/ppt/presProps.xml" Id="R301b41b60f714226" /><Relationship Type="http://schemas.openxmlformats.org/officeDocument/2006/relationships/viewProps" Target="/ppt/viewProps.xml" Id="R9ce60813e4ec47f7" /><Relationship Type="http://schemas.openxmlformats.org/officeDocument/2006/relationships/tableStyles" Target="/ppt/tableStyles.xml" Id="R80f6b132b7c54993" /><Relationship Type="http://schemas.openxmlformats.org/officeDocument/2006/relationships/slide" Target="/ppt/slides/slide1.xml" Id="R0e9c9611463448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cd53c54b81a40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ad3ba6213441e1" /><Relationship Type="http://schemas.openxmlformats.org/officeDocument/2006/relationships/notesMaster" Target="/ppt/notesMasters/notesMaster1.xml" Id="R671650bc9daf4e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4db46c85374ae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3ee09902763402f" /><Relationship Type="http://schemas.openxmlformats.org/officeDocument/2006/relationships/slideLayout" Target="/ppt/slideLayouts/slideLayout2.xml" Id="R8994ef64a2034a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94ef64a2034a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285b65eee34bd7" /><Relationship Type="http://schemas.openxmlformats.org/officeDocument/2006/relationships/image" Target="/ppt/media/image.png" Id="R41e2792c2e094d48" /><Relationship Type="http://schemas.openxmlformats.org/officeDocument/2006/relationships/notesSlide" Target="/ppt/notesSlides/notesSlide1.xml" Id="R826243d2c4634df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e2792c2e094d4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4630400" cy="9753600"/>
          </a:xfrm>
          <a:prstGeom xmlns:a="http://schemas.openxmlformats.org/drawingml/2006/main" prst="rect">
            <a:avLst/>
          </a:prstGeom>
        </p:spPr>
      </p:pic>
      <p:sp>
        <p:nvSpPr>
          <p:cNvPr id="2" name="title-projection-panel">
            <a:extLst xmlns:a="http://schemas.openxmlformats.org/drawingml/2006/main">
              <a:ext uri="{FF2B5EF4-FFF2-40B4-BE49-F238E27FC236}">
                <a16:creationId xmlns:a16="http://schemas.microsoft.com/office/drawing/2014/main" id="{F5549E91-4C5D-465E-AE72-35CEA472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781050"/>
            <a:ext cx="9372600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>
              <a:alpha val="25882"/>
            </a:srgbClr>
          </a:solidFill>
          <a:ln xmlns:a="http://schemas.openxmlformats.org/drawingml/2006/main" w="4763">
            <a:solidFill>
              <a:srgbClr val="C7DDF0">
                <a:alpha val="14902"/>
              </a:srgbClr>
            </a:solidFill>
            <a:prstDash val="solid"/>
          </a:ln>
        </p:spPr>
      </p:sp>
      <p:sp>
        <p:nvSpPr>
          <p:cNvPr id="3" name="project-title-en">
            <a:extLst xmlns:a="http://schemas.openxmlformats.org/drawingml/2006/main">
              <a:ext uri="{FF2B5EF4-FFF2-40B4-BE49-F238E27FC236}">
                <a16:creationId xmlns:a16="http://schemas.microsoft.com/office/drawing/2014/main" id="{BE7E9BB2-4709-4F22-816C-783AA476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066800"/>
            <a:ext cx="88011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123557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23557"/>
                </a:solidFill>
                <a:latin typeface="Aptos Display"/>
                <a:ea typeface="Aptos Display"/>
                <a:cs typeface="Aptos Display"/>
              </a:rPr>
              <a:t>Rent Unfiltered</a:t>
            </a:r>
          </a:p>
        </p:txBody>
      </p:sp>
      <p:sp>
        <p:nvSpPr>
          <p:cNvPr id="4" name="project-title-zh">
            <a:extLst xmlns:a="http://schemas.openxmlformats.org/drawingml/2006/main">
              <a:ext uri="{FF2B5EF4-FFF2-40B4-BE49-F238E27FC236}">
                <a16:creationId xmlns:a16="http://schemas.microsoft.com/office/drawing/2014/main" id="{7FE305AA-79BA-49A3-B3F4-3DA622B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638300"/>
            <a:ext cx="8801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082A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650" b="1">
                <a:solidFill>
                  <a:srgbClr val="082A47"/>
                </a:solidFill>
                <a:latin typeface="Microsoft JhengHei"/>
                <a:ea typeface="Microsoft JhengHei"/>
                <a:cs typeface="Microsoft JhengHei"/>
              </a:rPr>
              <a:t>透明租屋</a:t>
            </a:r>
          </a:p>
        </p:txBody>
      </p:sp>
      <p:sp>
        <p:nvSpPr>
          <p:cNvPr id="5" name="cover-slogan">
            <a:extLst xmlns:a="http://schemas.openxmlformats.org/drawingml/2006/main">
              <a:ext uri="{FF2B5EF4-FFF2-40B4-BE49-F238E27FC236}">
                <a16:creationId xmlns:a16="http://schemas.microsoft.com/office/drawing/2014/main" id="{089D6A54-F363-4E62-9711-4891CA5B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57450"/>
            <a:ext cx="8420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395D78">
                    <a:alpha val="80000"/>
                  </a:srgbClr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95D78">
                    <a:alpha val="80000"/>
                  </a:srgbClr>
                </a:solidFill>
                <a:latin typeface="Microsoft JhengHei"/>
                <a:ea typeface="Microsoft JhengHei"/>
                <a:cs typeface="Microsoft JhengHei"/>
              </a:rPr>
              <a:t>讓租屋資訊，從廣告走向透明。</a:t>
            </a:r>
          </a:p>
        </p:txBody>
      </p:sp>
      <p:sp>
        <p:nvSpPr>
          <p:cNvPr id="6" name="team-name-soft-fire-panel">
            <a:extLst xmlns:a="http://schemas.openxmlformats.org/drawingml/2006/main">
              <a:ext uri="{FF2B5EF4-FFF2-40B4-BE49-F238E27FC236}">
                <a16:creationId xmlns:a16="http://schemas.microsoft.com/office/drawing/2014/main" id="{D2AA6EA4-7923-4C7F-988F-4EE08821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7800975"/>
            <a:ext cx="5181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BD">
              <a:alpha val="21961"/>
            </a:srgbClr>
          </a:solidFill>
          <a:ln xmlns:a="http://schemas.openxmlformats.org/drawingml/2006/main" w="4763">
            <a:solidFill>
              <a:srgbClr val="F4C56A">
                <a:alpha val="13333"/>
              </a:srgbClr>
            </a:solidFill>
            <a:prstDash val="solid"/>
          </a:ln>
        </p:spPr>
      </p:sp>
      <p:sp>
        <p:nvSpPr>
          <p:cNvPr id="7" name="team-name-warm-glow">
            <a:extLst xmlns:a="http://schemas.openxmlformats.org/drawingml/2006/main">
              <a:ext uri="{FF2B5EF4-FFF2-40B4-BE49-F238E27FC236}">
                <a16:creationId xmlns:a16="http://schemas.microsoft.com/office/drawing/2014/main" id="{86C6FD4F-AF6F-4460-B997-0851B0E9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7839075"/>
            <a:ext cx="5562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FDFAE">
                    <a:alpha val="53333"/>
                  </a:srgbClr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FFDFAE">
                    <a:alpha val="53333"/>
                  </a:srgbClr>
                </a:solidFill>
                <a:latin typeface="Microsoft JhengHei"/>
                <a:ea typeface="Microsoft JhengHei"/>
                <a:cs typeface="Microsoft JhengHei"/>
              </a:rPr>
              <a:t>不 動 業 火 笙 聲 生 不 熄</a:t>
            </a:r>
          </a:p>
        </p:txBody>
      </p:sp>
      <p:sp>
        <p:nvSpPr>
          <p:cNvPr id="8" name="team-name">
            <a:extLst xmlns:a="http://schemas.openxmlformats.org/drawingml/2006/main">
              <a:ext uri="{FF2B5EF4-FFF2-40B4-BE49-F238E27FC236}">
                <a16:creationId xmlns:a16="http://schemas.microsoft.com/office/drawing/2014/main" id="{E0FF8A42-AC26-4402-803E-FB5F7374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7867650"/>
            <a:ext cx="556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4A3929">
                    <a:alpha val="86667"/>
                  </a:srgbClr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4A3929">
                    <a:alpha val="86667"/>
                  </a:srgbClr>
                </a:solidFill>
                <a:latin typeface="Microsoft JhengHei"/>
                <a:ea typeface="Microsoft JhengHei"/>
                <a:cs typeface="Microsoft JhengHei"/>
              </a:rPr>
              <a:t>不 動 業 火 笙 聲 生 不 熄</a:t>
            </a:r>
          </a:p>
        </p:txBody>
      </p:sp>
      <p:sp>
        <p:nvSpPr>
          <p:cNvPr id="9" name="members-panel">
            <a:extLst xmlns:a="http://schemas.openxmlformats.org/drawingml/2006/main">
              <a:ext uri="{FF2B5EF4-FFF2-40B4-BE49-F238E27FC236}">
                <a16:creationId xmlns:a16="http://schemas.microsoft.com/office/drawing/2014/main" id="{AA76E0A7-02AB-48C5-9AA2-BCB58A49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8420100"/>
            <a:ext cx="32766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BFF">
              <a:alpha val="69020"/>
            </a:srgbClr>
          </a:solidFill>
          <a:ln xmlns:a="http://schemas.openxmlformats.org/drawingml/2006/main" w="7620">
            <a:solidFill>
              <a:srgbClr val="8AB8E6">
                <a:alpha val="26667"/>
              </a:srgbClr>
            </a:solidFill>
            <a:prstDash val="solid"/>
          </a:ln>
        </p:spPr>
      </p:sp>
      <p:sp>
        <p:nvSpPr>
          <p:cNvPr id="10" name="members-label">
            <a:extLst xmlns:a="http://schemas.openxmlformats.org/drawingml/2006/main">
              <a:ext uri="{FF2B5EF4-FFF2-40B4-BE49-F238E27FC236}">
                <a16:creationId xmlns:a16="http://schemas.microsoft.com/office/drawing/2014/main" id="{3AC06B04-393E-428B-92C7-C4D5507A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85344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E6A8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E6A82"/>
                </a:solidFill>
                <a:latin typeface="Aptos"/>
                <a:ea typeface="Aptos"/>
                <a:cs typeface="Aptos"/>
              </a:rPr>
              <a:t>Team Members</a:t>
            </a:r>
          </a:p>
        </p:txBody>
      </p:sp>
      <p:sp>
        <p:nvSpPr>
          <p:cNvPr id="11" name="members-names">
            <a:extLst xmlns:a="http://schemas.openxmlformats.org/drawingml/2006/main">
              <a:ext uri="{FF2B5EF4-FFF2-40B4-BE49-F238E27FC236}">
                <a16:creationId xmlns:a16="http://schemas.microsoft.com/office/drawing/2014/main" id="{71DF7FDF-69D0-44B4-A4E3-A954210F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8782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213B5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213B55"/>
                </a:solidFill>
                <a:latin typeface="Microsoft JhengHei"/>
                <a:ea typeface="Microsoft JhengHei"/>
                <a:cs typeface="Microsoft JhengHei"/>
              </a:rPr>
              <a:t>閻星澄｜羅士桓</a:t>
            </a:r>
          </a:p>
        </p:txBody>
      </p:sp>
    </p:spTree>
    <p:extLst>
      <p:ext uri="{BB962C8B-B14F-4D97-AF65-F5344CB8AC3E}">
        <p14:creationId xmlns:p14="http://schemas.microsoft.com/office/powerpoint/2010/main" val="4396878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2026-05-24T16:29:12.2000000Z</dcterms:created>
  <dcterms:modified xsi:type="dcterms:W3CDTF">2026-05-24T16:29:12.2000000Z</dcterms:modified>
</coreProperties>
</file>