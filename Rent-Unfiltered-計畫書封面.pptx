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a02194526a4d27" /><Relationship Type="http://schemas.openxmlformats.org/officeDocument/2006/relationships/extended-properties" Target="/docProps/app.xml" Id="Rc2578a6054204db3" /><Relationship Type="http://schemas.openxmlformats.org/officeDocument/2006/relationships/officeDocument" Target="/ppt/presentation.xml" Id="R645c23f106ff49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f0b8c461874129"/>
  </p:sldMasterIdLst>
  <p:notesMasterIdLst>
    <p:notesMasterId xmlns:r="http://schemas.openxmlformats.org/officeDocument/2006/relationships" r:id="R1311fff814ac494d"/>
  </p:notesMasterIdLst>
  <p:sldIdLst>
    <p:sldId xmlns:r="http://schemas.openxmlformats.org/officeDocument/2006/relationships" id="256" r:id="R650f6c613ae84649"/>
  </p:sldIdLst>
  <p:sldSz cx="14630400" cy="9753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0b8c461874129" /><Relationship Type="http://schemas.openxmlformats.org/officeDocument/2006/relationships/theme" Target="/ppt/theme/theme1.xml" Id="Rd358221803f14008" /><Relationship Type="http://schemas.openxmlformats.org/officeDocument/2006/relationships/notesMaster" Target="/ppt/notesMasters/notesMaster1.xml" Id="R1311fff814ac494d" /><Relationship Type="http://schemas.openxmlformats.org/officeDocument/2006/relationships/presProps" Target="/ppt/presProps.xml" Id="R074fc7ef12764e6f" /><Relationship Type="http://schemas.openxmlformats.org/officeDocument/2006/relationships/viewProps" Target="/ppt/viewProps.xml" Id="R63eecc21db974de3" /><Relationship Type="http://schemas.openxmlformats.org/officeDocument/2006/relationships/tableStyles" Target="/ppt/tableStyles.xml" Id="R2d4d421b4161492c" /><Relationship Type="http://schemas.openxmlformats.org/officeDocument/2006/relationships/slide" Target="/ppt/slides/slide1.xml" Id="R650f6c613ae846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d26d0c7389940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4c6bf6a3524f26" /><Relationship Type="http://schemas.openxmlformats.org/officeDocument/2006/relationships/notesMaster" Target="/ppt/notesMasters/notesMaster1.xml" Id="R5fe34ee8c2624b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682f2d50042f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adf2ce03baa47d5" /><Relationship Type="http://schemas.openxmlformats.org/officeDocument/2006/relationships/slideLayout" Target="/ppt/slideLayouts/slideLayout2.xml" Id="R1a2345e1c50043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2345e1c50043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729487127241f5" /><Relationship Type="http://schemas.openxmlformats.org/officeDocument/2006/relationships/image" Target="/ppt/media/image.png" Id="R1d0db1bcb5fb477b" /><Relationship Type="http://schemas.openxmlformats.org/officeDocument/2006/relationships/notesSlide" Target="/ppt/notesSlides/notesSlide1.xml" Id="R67895f7622d84b2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db1bcb5fb47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9753600"/>
          </a:xfrm>
          <a:prstGeom xmlns:a="http://schemas.openxmlformats.org/drawingml/2006/main" prst="rect">
            <a:avLst/>
          </a:prstGeom>
        </p:spPr>
      </p:pic>
      <p:sp>
        <p:nvSpPr>
          <p:cNvPr id="2" name="title-soft-panel">
            <a:extLst xmlns:a="http://schemas.openxmlformats.org/drawingml/2006/main">
              <a:ext uri="{FF2B5EF4-FFF2-40B4-BE49-F238E27FC236}">
                <a16:creationId xmlns:a16="http://schemas.microsoft.com/office/drawing/2014/main" id="{44826AA2-BEAE-4293-B0C1-092F8405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"/>
            <a:ext cx="8915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>
              <a:alpha val="73333"/>
            </a:srgbClr>
          </a:solidFill>
          <a:ln xmlns:a="http://schemas.openxmlformats.org/drawingml/2006/main" w="9525">
            <a:solidFill>
              <a:srgbClr val="8BB9E8">
                <a:alpha val="33333"/>
              </a:srgbClr>
            </a:solidFill>
            <a:prstDash val="solid"/>
          </a:ln>
        </p:spPr>
      </p:sp>
      <p:sp>
        <p:nvSpPr>
          <p:cNvPr id="3" name="project-title-en">
            <a:extLst xmlns:a="http://schemas.openxmlformats.org/drawingml/2006/main">
              <a:ext uri="{FF2B5EF4-FFF2-40B4-BE49-F238E27FC236}">
                <a16:creationId xmlns:a16="http://schemas.microsoft.com/office/drawing/2014/main" id="{7084B2F3-CD29-412F-9DE4-26FF5EFC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"/>
            <a:ext cx="7962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75" b="0">
                <a:solidFill>
                  <a:srgbClr val="264D7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0">
                <a:solidFill>
                  <a:srgbClr val="264D73"/>
                </a:solidFill>
                <a:latin typeface="Aptos Display"/>
                <a:ea typeface="Aptos Display"/>
                <a:cs typeface="Aptos Display"/>
              </a:rPr>
              <a:t>Rent Unfiltered</a:t>
            </a:r>
          </a:p>
        </p:txBody>
      </p:sp>
      <p:sp>
        <p:nvSpPr>
          <p:cNvPr id="4" name="project-title-zh">
            <a:extLst xmlns:a="http://schemas.openxmlformats.org/drawingml/2006/main">
              <a:ext uri="{FF2B5EF4-FFF2-40B4-BE49-F238E27FC236}">
                <a16:creationId xmlns:a16="http://schemas.microsoft.com/office/drawing/2014/main" id="{789FD392-BF1B-44C4-8635-25977259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47750"/>
            <a:ext cx="7962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0">
                <a:solidFill>
                  <a:srgbClr val="173A5D"/>
                </a:solidFill>
                <a:latin typeface="Microsoft JhengHei Light"/>
                <a:ea typeface="Microsoft JhengHei Light"/>
                <a:cs typeface="Microsoft JhengHei Light"/>
              </a:defRPr>
            </a:pPr>
            <a:r>
              <a:rPr sz="3450" b="0">
                <a:solidFill>
                  <a:srgbClr val="173A5D"/>
                </a:solidFill>
                <a:latin typeface="Microsoft JhengHei Light"/>
                <a:ea typeface="Microsoft JhengHei Light"/>
                <a:cs typeface="Microsoft JhengHei Light"/>
              </a:rPr>
              <a:t>透明租屋</a:t>
            </a:r>
          </a:p>
        </p:txBody>
      </p:sp>
      <p:sp>
        <p:nvSpPr>
          <p:cNvPr id="5" name="cover-slogan">
            <a:extLst xmlns:a="http://schemas.openxmlformats.org/drawingml/2006/main">
              <a:ext uri="{FF2B5EF4-FFF2-40B4-BE49-F238E27FC236}">
                <a16:creationId xmlns:a16="http://schemas.microsoft.com/office/drawing/2014/main" id="{19FBDEF7-7C74-4A00-8B45-2A9B12F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76400"/>
            <a:ext cx="7391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774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7748D"/>
                </a:solidFill>
                <a:latin typeface="Microsoft JhengHei"/>
                <a:ea typeface="Microsoft JhengHei"/>
                <a:cs typeface="Microsoft JhengHei"/>
              </a:rPr>
              <a:t>讓租屋資訊，從廣告走向透明。</a:t>
            </a:r>
          </a:p>
        </p:txBody>
      </p:sp>
      <p:sp>
        <p:nvSpPr>
          <p:cNvPr id="6" name="team-name-glow">
            <a:extLst xmlns:a="http://schemas.openxmlformats.org/drawingml/2006/main">
              <a:ext uri="{FF2B5EF4-FFF2-40B4-BE49-F238E27FC236}">
                <a16:creationId xmlns:a16="http://schemas.microsoft.com/office/drawing/2014/main" id="{A17995D3-312C-464E-9C66-5FB699DA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810500"/>
            <a:ext cx="548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0">
              <a:alpha val="50196"/>
            </a:srgbClr>
          </a:solidFill>
          <a:ln xmlns:a="http://schemas.openxmlformats.org/drawingml/2006/main" w="9525">
            <a:solidFill>
              <a:srgbClr val="DDAA48">
                <a:alpha val="40000"/>
              </a:srgbClr>
            </a:solidFill>
            <a:prstDash val="solid"/>
          </a:ln>
        </p:spPr>
      </p:sp>
      <p:sp>
        <p:nvSpPr>
          <p:cNvPr id="7" name="team-name">
            <a:extLst xmlns:a="http://schemas.openxmlformats.org/drawingml/2006/main">
              <a:ext uri="{FF2B5EF4-FFF2-40B4-BE49-F238E27FC236}">
                <a16:creationId xmlns:a16="http://schemas.microsoft.com/office/drawing/2014/main" id="{56312622-4DEC-4A26-8628-3237600F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867650"/>
            <a:ext cx="567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4A3A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4A3A22"/>
                </a:solidFill>
                <a:latin typeface="Microsoft JhengHei"/>
                <a:ea typeface="Microsoft JhengHei"/>
                <a:cs typeface="Microsoft JhengHei"/>
              </a:rPr>
              <a:t>不動業火笙聲生不熄</a:t>
            </a:r>
          </a:p>
        </p:txBody>
      </p:sp>
      <p:sp>
        <p:nvSpPr>
          <p:cNvPr id="8" name="members-panel">
            <a:extLst xmlns:a="http://schemas.openxmlformats.org/drawingml/2006/main">
              <a:ext uri="{FF2B5EF4-FFF2-40B4-BE49-F238E27FC236}">
                <a16:creationId xmlns:a16="http://schemas.microsoft.com/office/drawing/2014/main" id="{901328F8-BE92-4B3A-A2D3-DF1497A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420100"/>
            <a:ext cx="3276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>
              <a:alpha val="72157"/>
            </a:srgbClr>
          </a:solidFill>
          <a:ln xmlns:a="http://schemas.openxmlformats.org/drawingml/2006/main" w="9525">
            <a:solidFill>
              <a:srgbClr val="8AB8E6">
                <a:alpha val="33333"/>
              </a:srgbClr>
            </a:solidFill>
            <a:prstDash val="solid"/>
          </a:ln>
        </p:spPr>
      </p:sp>
      <p:sp>
        <p:nvSpPr>
          <p:cNvPr id="9" name="members-label">
            <a:extLst xmlns:a="http://schemas.openxmlformats.org/drawingml/2006/main">
              <a:ext uri="{FF2B5EF4-FFF2-40B4-BE49-F238E27FC236}">
                <a16:creationId xmlns:a16="http://schemas.microsoft.com/office/drawing/2014/main" id="{30030295-CF37-4822-9427-1C89FB29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534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E6A8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E6A82"/>
                </a:solidFill>
                <a:latin typeface="Aptos"/>
                <a:ea typeface="Aptos"/>
                <a:cs typeface="Aptos"/>
              </a:rPr>
              <a:t>Team Members</a:t>
            </a:r>
          </a:p>
        </p:txBody>
      </p:sp>
      <p:sp>
        <p:nvSpPr>
          <p:cNvPr id="10" name="members-names">
            <a:extLst xmlns:a="http://schemas.openxmlformats.org/drawingml/2006/main">
              <a:ext uri="{FF2B5EF4-FFF2-40B4-BE49-F238E27FC236}">
                <a16:creationId xmlns:a16="http://schemas.microsoft.com/office/drawing/2014/main" id="{F001B935-80D3-443B-95F2-D08B9E9A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782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213B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13B55"/>
                </a:solidFill>
                <a:latin typeface="Microsoft JhengHei"/>
                <a:ea typeface="Microsoft JhengHei"/>
                <a:cs typeface="Microsoft JhengHei"/>
              </a:rPr>
              <a:t>閻星澄｜羅士桓</a:t>
            </a:r>
          </a:p>
        </p:txBody>
      </p:sp>
    </p:spTree>
    <p:extLst>
      <p:ext uri="{BB962C8B-B14F-4D97-AF65-F5344CB8AC3E}">
        <p14:creationId xmlns:p14="http://schemas.microsoft.com/office/powerpoint/2010/main" val="1135855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2026-05-24T16:01:54.1310000Z</dcterms:created>
  <dcterms:modified xsi:type="dcterms:W3CDTF">2026-05-24T16:01:54.1310000Z</dcterms:modified>
</coreProperties>
</file>