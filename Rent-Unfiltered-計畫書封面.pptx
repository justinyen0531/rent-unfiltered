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026553bcb21410f" /><Relationship Type="http://schemas.openxmlformats.org/officeDocument/2006/relationships/extended-properties" Target="/docProps/app.xml" Id="Rcf73c69cb4b645b6" /><Relationship Type="http://schemas.openxmlformats.org/officeDocument/2006/relationships/officeDocument" Target="/ppt/presentation.xml" Id="R7220410f0d6b409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05bad3abcd44867"/>
  </p:sldMasterIdLst>
  <p:notesMasterIdLst>
    <p:notesMasterId xmlns:r="http://schemas.openxmlformats.org/officeDocument/2006/relationships" r:id="Rcba332e56de344c7"/>
  </p:notesMasterIdLst>
  <p:sldIdLst>
    <p:sldId xmlns:r="http://schemas.openxmlformats.org/officeDocument/2006/relationships" id="256" r:id="R326a53f51a714534"/>
  </p:sldIdLst>
  <p:sldSz cx="14630400" cy="97536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5bad3abcd44867" /><Relationship Type="http://schemas.openxmlformats.org/officeDocument/2006/relationships/theme" Target="/ppt/theme/theme1.xml" Id="R50c7c9e278024681" /><Relationship Type="http://schemas.openxmlformats.org/officeDocument/2006/relationships/notesMaster" Target="/ppt/notesMasters/notesMaster1.xml" Id="Rcba332e56de344c7" /><Relationship Type="http://schemas.openxmlformats.org/officeDocument/2006/relationships/presProps" Target="/ppt/presProps.xml" Id="R71932ff498134683" /><Relationship Type="http://schemas.openxmlformats.org/officeDocument/2006/relationships/viewProps" Target="/ppt/viewProps.xml" Id="R7df810612844421c" /><Relationship Type="http://schemas.openxmlformats.org/officeDocument/2006/relationships/tableStyles" Target="/ppt/tableStyles.xml" Id="R36e80e10b0574998" /><Relationship Type="http://schemas.openxmlformats.org/officeDocument/2006/relationships/slide" Target="/ppt/slides/slide1.xml" Id="R326a53f51a71453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c673453fb682415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91991e506534bbf" /><Relationship Type="http://schemas.openxmlformats.org/officeDocument/2006/relationships/notesMaster" Target="/ppt/notesMasters/notesMaster1.xml" Id="Re898e165cb374c1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c13fdb97964180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1cf869cb2ad944d2" /><Relationship Type="http://schemas.openxmlformats.org/officeDocument/2006/relationships/slideLayout" Target="/ppt/slideLayouts/slideLayout2.xml" Id="Rbdc78739805443c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dc78739805443c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44a1e7886ec4c50" /><Relationship Type="http://schemas.openxmlformats.org/officeDocument/2006/relationships/image" Target="/ppt/media/image.png" Id="R0a84d4931c9948d8" /><Relationship Type="http://schemas.openxmlformats.org/officeDocument/2006/relationships/notesSlide" Target="/ppt/notesSlides/notesSlide1.xml" Id="R1894163c95ff4568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84d4931c9948d8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4630400" cy="9753600"/>
          </a:xfrm>
          <a:prstGeom xmlns:a="http://schemas.openxmlformats.org/drawingml/2006/main" prst="rect">
            <a:avLst/>
          </a:prstGeom>
        </p:spPr>
      </p:pic>
      <p:sp>
        <p:nvSpPr>
          <p:cNvPr id="2" name="title-soft-panel">
            <a:extLst xmlns:a="http://schemas.openxmlformats.org/drawingml/2006/main">
              <a:ext uri="{FF2B5EF4-FFF2-40B4-BE49-F238E27FC236}">
                <a16:creationId xmlns:a16="http://schemas.microsoft.com/office/drawing/2014/main" id="{C0C5C7DA-32AE-4EC2-989F-AF858EF59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23850"/>
            <a:ext cx="84582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>
              <a:alpha val="33333"/>
            </a:srgbClr>
          </a:solidFill>
          <a:ln xmlns:a="http://schemas.openxmlformats.org/drawingml/2006/main" w="4763">
            <a:solidFill>
              <a:srgbClr val="C7DDF0">
                <a:alpha val="20000"/>
              </a:srgbClr>
            </a:solidFill>
            <a:prstDash val="solid"/>
          </a:ln>
        </p:spPr>
      </p:sp>
      <p:sp>
        <p:nvSpPr>
          <p:cNvPr id="3" name="project-title-en">
            <a:extLst xmlns:a="http://schemas.openxmlformats.org/drawingml/2006/main">
              <a:ext uri="{FF2B5EF4-FFF2-40B4-BE49-F238E27FC236}">
                <a16:creationId xmlns:a16="http://schemas.microsoft.com/office/drawing/2014/main" id="{64533394-52BB-4924-A20C-2EAF5BF91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33400"/>
            <a:ext cx="79629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925" b="1">
                <a:solidFill>
                  <a:srgbClr val="153A5F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153A5F"/>
                </a:solidFill>
                <a:latin typeface="Aptos Display"/>
                <a:ea typeface="Aptos Display"/>
                <a:cs typeface="Aptos Display"/>
              </a:rPr>
              <a:t>Rent Unfiltered</a:t>
            </a:r>
          </a:p>
        </p:txBody>
      </p:sp>
      <p:sp>
        <p:nvSpPr>
          <p:cNvPr id="4" name="project-title-zh">
            <a:extLst xmlns:a="http://schemas.openxmlformats.org/drawingml/2006/main">
              <a:ext uri="{FF2B5EF4-FFF2-40B4-BE49-F238E27FC236}">
                <a16:creationId xmlns:a16="http://schemas.microsoft.com/office/drawing/2014/main" id="{B42A6154-78DC-42FC-B9B7-EB17BDEAA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028700"/>
            <a:ext cx="79629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3675" b="1">
                <a:solidFill>
                  <a:srgbClr val="0D2F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675" b="1">
                <a:solidFill>
                  <a:srgbClr val="0D2F4E"/>
                </a:solidFill>
                <a:latin typeface="Microsoft JhengHei"/>
                <a:ea typeface="Microsoft JhengHei"/>
                <a:cs typeface="Microsoft JhengHei"/>
              </a:rPr>
              <a:t>透明租屋</a:t>
            </a:r>
          </a:p>
        </p:txBody>
      </p:sp>
      <p:sp>
        <p:nvSpPr>
          <p:cNvPr id="5" name="cover-slogan">
            <a:extLst xmlns:a="http://schemas.openxmlformats.org/drawingml/2006/main">
              <a:ext uri="{FF2B5EF4-FFF2-40B4-BE49-F238E27FC236}">
                <a16:creationId xmlns:a16="http://schemas.microsoft.com/office/drawing/2014/main" id="{EE14A0CB-9D3E-400F-AEE4-52283AA6D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1695450"/>
            <a:ext cx="7391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17B90">
                    <a:alpha val="60000"/>
                  </a:srgbClr>
                </a:solidFill>
                <a:latin typeface="Microsoft JhengHei Light"/>
                <a:ea typeface="Microsoft JhengHei Light"/>
                <a:cs typeface="Microsoft JhengHei Light"/>
              </a:defRPr>
            </a:pPr>
            <a:r>
              <a:rPr sz="1200" b="0">
                <a:solidFill>
                  <a:srgbClr val="617B90">
                    <a:alpha val="60000"/>
                  </a:srgbClr>
                </a:solidFill>
                <a:latin typeface="Microsoft JhengHei Light"/>
                <a:ea typeface="Microsoft JhengHei Light"/>
                <a:cs typeface="Microsoft JhengHei Light"/>
              </a:rPr>
              <a:t>讓租屋資訊，從廣告走向透明。</a:t>
            </a:r>
          </a:p>
        </p:txBody>
      </p:sp>
      <p:sp>
        <p:nvSpPr>
          <p:cNvPr id="6" name="team-name-soft-fire-panel">
            <a:extLst xmlns:a="http://schemas.openxmlformats.org/drawingml/2006/main">
              <a:ext uri="{FF2B5EF4-FFF2-40B4-BE49-F238E27FC236}">
                <a16:creationId xmlns:a16="http://schemas.microsoft.com/office/drawing/2014/main" id="{00D8AD49-A263-495F-B443-E5A5E854B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7800975"/>
            <a:ext cx="51816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BD">
              <a:alpha val="21961"/>
            </a:srgbClr>
          </a:solidFill>
          <a:ln xmlns:a="http://schemas.openxmlformats.org/drawingml/2006/main" w="4763">
            <a:solidFill>
              <a:srgbClr val="F4C56A">
                <a:alpha val="13333"/>
              </a:srgbClr>
            </a:solidFill>
            <a:prstDash val="solid"/>
          </a:ln>
        </p:spPr>
      </p:sp>
      <p:sp>
        <p:nvSpPr>
          <p:cNvPr id="7" name="team-name-warm-glow">
            <a:extLst xmlns:a="http://schemas.openxmlformats.org/drawingml/2006/main">
              <a:ext uri="{FF2B5EF4-FFF2-40B4-BE49-F238E27FC236}">
                <a16:creationId xmlns:a16="http://schemas.microsoft.com/office/drawing/2014/main" id="{8DC19086-32F7-4297-B890-DC5B6C7CD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7839075"/>
            <a:ext cx="5562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FFDFAE">
                    <a:alpha val="53333"/>
                  </a:srgbClr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FFDFAE">
                    <a:alpha val="53333"/>
                  </a:srgbClr>
                </a:solidFill>
                <a:latin typeface="Microsoft JhengHei"/>
                <a:ea typeface="Microsoft JhengHei"/>
                <a:cs typeface="Microsoft JhengHei"/>
              </a:rPr>
              <a:t>不 動 業 火 笙 聲 生 不 熄</a:t>
            </a:r>
          </a:p>
        </p:txBody>
      </p:sp>
      <p:sp>
        <p:nvSpPr>
          <p:cNvPr id="8" name="team-name">
            <a:extLst xmlns:a="http://schemas.openxmlformats.org/drawingml/2006/main">
              <a:ext uri="{FF2B5EF4-FFF2-40B4-BE49-F238E27FC236}">
                <a16:creationId xmlns:a16="http://schemas.microsoft.com/office/drawing/2014/main" id="{E27F245B-892A-4220-B2C5-18AB3C354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7867650"/>
            <a:ext cx="5562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4A3929">
                    <a:alpha val="86667"/>
                  </a:srgbClr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4A3929">
                    <a:alpha val="86667"/>
                  </a:srgbClr>
                </a:solidFill>
                <a:latin typeface="Microsoft JhengHei"/>
                <a:ea typeface="Microsoft JhengHei"/>
                <a:cs typeface="Microsoft JhengHei"/>
              </a:rPr>
              <a:t>不 動 業 火 笙 聲 生 不 熄</a:t>
            </a:r>
          </a:p>
        </p:txBody>
      </p:sp>
      <p:sp>
        <p:nvSpPr>
          <p:cNvPr id="9" name="members-panel">
            <a:extLst xmlns:a="http://schemas.openxmlformats.org/drawingml/2006/main">
              <a:ext uri="{FF2B5EF4-FFF2-40B4-BE49-F238E27FC236}">
                <a16:creationId xmlns:a16="http://schemas.microsoft.com/office/drawing/2014/main" id="{CEC99ECB-FE0D-431C-9B54-38566C1A7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8420100"/>
            <a:ext cx="32766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>
              <a:alpha val="69020"/>
            </a:srgbClr>
          </a:solidFill>
          <a:ln xmlns:a="http://schemas.openxmlformats.org/drawingml/2006/main" w="7620">
            <a:solidFill>
              <a:srgbClr val="8AB8E6">
                <a:alpha val="26667"/>
              </a:srgbClr>
            </a:solidFill>
            <a:prstDash val="solid"/>
          </a:ln>
        </p:spPr>
      </p:sp>
      <p:sp>
        <p:nvSpPr>
          <p:cNvPr id="10" name="members-label">
            <a:extLst xmlns:a="http://schemas.openxmlformats.org/drawingml/2006/main">
              <a:ext uri="{FF2B5EF4-FFF2-40B4-BE49-F238E27FC236}">
                <a16:creationId xmlns:a16="http://schemas.microsoft.com/office/drawing/2014/main" id="{951A52CC-0430-45D0-B303-54C0B143F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853440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E6A8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E6A82"/>
                </a:solidFill>
                <a:latin typeface="Aptos"/>
                <a:ea typeface="Aptos"/>
                <a:cs typeface="Aptos"/>
              </a:rPr>
              <a:t>Team Members</a:t>
            </a:r>
          </a:p>
        </p:txBody>
      </p:sp>
      <p:sp>
        <p:nvSpPr>
          <p:cNvPr id="11" name="members-names">
            <a:extLst xmlns:a="http://schemas.openxmlformats.org/drawingml/2006/main">
              <a:ext uri="{FF2B5EF4-FFF2-40B4-BE49-F238E27FC236}">
                <a16:creationId xmlns:a16="http://schemas.microsoft.com/office/drawing/2014/main" id="{66375759-1AC0-4EC5-9757-608B9C21B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8782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213B5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213B55"/>
                </a:solidFill>
                <a:latin typeface="Microsoft JhengHei"/>
                <a:ea typeface="Microsoft JhengHei"/>
                <a:cs typeface="Microsoft JhengHei"/>
              </a:rPr>
              <a:t>閻星澄｜羅士桓</a:t>
            </a:r>
          </a:p>
        </p:txBody>
      </p:sp>
    </p:spTree>
    <p:extLst>
      <p:ext uri="{BB962C8B-B14F-4D97-AF65-F5344CB8AC3E}">
        <p14:creationId xmlns:p14="http://schemas.microsoft.com/office/powerpoint/2010/main" val="159853793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2026-05-24T16:26:05.6410000Z</dcterms:created>
  <dcterms:modified xsi:type="dcterms:W3CDTF">2026-05-24T16:26:05.6410000Z</dcterms:modified>
</coreProperties>
</file>