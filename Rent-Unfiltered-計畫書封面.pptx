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1bcae0910b4f41" /><Relationship Type="http://schemas.openxmlformats.org/officeDocument/2006/relationships/extended-properties" Target="/docProps/app.xml" Id="Ra213d75949ed4803" /><Relationship Type="http://schemas.openxmlformats.org/officeDocument/2006/relationships/officeDocument" Target="/ppt/presentation.xml" Id="R05c2442ce43341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dfb243ad264006"/>
  </p:sldMasterIdLst>
  <p:notesMasterIdLst>
    <p:notesMasterId xmlns:r="http://schemas.openxmlformats.org/officeDocument/2006/relationships" r:id="Rd9d1a094ad9d483b"/>
  </p:notesMasterIdLst>
  <p:sldIdLst>
    <p:sldId xmlns:r="http://schemas.openxmlformats.org/officeDocument/2006/relationships" id="256" r:id="R639c28180ace4504"/>
  </p:sldIdLst>
  <p:sldSz cx="14630400" cy="97536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fb243ad264006" /><Relationship Type="http://schemas.openxmlformats.org/officeDocument/2006/relationships/theme" Target="/ppt/theme/theme1.xml" Id="R499c225695c8471c" /><Relationship Type="http://schemas.openxmlformats.org/officeDocument/2006/relationships/notesMaster" Target="/ppt/notesMasters/notesMaster1.xml" Id="Rd9d1a094ad9d483b" /><Relationship Type="http://schemas.openxmlformats.org/officeDocument/2006/relationships/presProps" Target="/ppt/presProps.xml" Id="R87fb6fe810b2482f" /><Relationship Type="http://schemas.openxmlformats.org/officeDocument/2006/relationships/viewProps" Target="/ppt/viewProps.xml" Id="R1409477e17b34bdf" /><Relationship Type="http://schemas.openxmlformats.org/officeDocument/2006/relationships/tableStyles" Target="/ppt/tableStyles.xml" Id="Ra5333540e42a4a6f" /><Relationship Type="http://schemas.openxmlformats.org/officeDocument/2006/relationships/slide" Target="/ppt/slides/slide1.xml" Id="R639c28180ace45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b3a744d6ac34e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6a23c316964608" /><Relationship Type="http://schemas.openxmlformats.org/officeDocument/2006/relationships/notesMaster" Target="/ppt/notesMasters/notesMaster1.xml" Id="R8713ca9dea164f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519e2cd6494e4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e7bfed11dae4677" /><Relationship Type="http://schemas.openxmlformats.org/officeDocument/2006/relationships/slideLayout" Target="/ppt/slideLayouts/slideLayout2.xml" Id="Raf732d1ac35b48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732d1ac35b48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f46884cc304797" /><Relationship Type="http://schemas.openxmlformats.org/officeDocument/2006/relationships/image" Target="/ppt/media/image.png" Id="Raa1de0ba6d6a4137" /><Relationship Type="http://schemas.openxmlformats.org/officeDocument/2006/relationships/notesSlide" Target="/ppt/notesSlides/notesSlide1.xml" Id="R877a71fe6fdd416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de0ba6d6a413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4630400" cy="9753600"/>
          </a:xfrm>
          <a:prstGeom xmlns:a="http://schemas.openxmlformats.org/drawingml/2006/main" prst="rect">
            <a:avLst/>
          </a:prstGeom>
        </p:spPr>
      </p:pic>
      <p:sp>
        <p:nvSpPr>
          <p:cNvPr id="2" name="title-soft-panel">
            <a:extLst xmlns:a="http://schemas.openxmlformats.org/drawingml/2006/main">
              <a:ext uri="{FF2B5EF4-FFF2-40B4-BE49-F238E27FC236}">
                <a16:creationId xmlns:a16="http://schemas.microsoft.com/office/drawing/2014/main" id="{EB42465A-F0BF-4D8B-BE6E-9669911D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3850"/>
            <a:ext cx="8458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>
              <a:alpha val="33333"/>
            </a:srgbClr>
          </a:solidFill>
          <a:ln xmlns:a="http://schemas.openxmlformats.org/drawingml/2006/main" w="4763">
            <a:solidFill>
              <a:srgbClr val="C7DDF0">
                <a:alpha val="20000"/>
              </a:srgbClr>
            </a:solidFill>
            <a:prstDash val="solid"/>
          </a:ln>
        </p:spPr>
      </p:sp>
      <p:sp>
        <p:nvSpPr>
          <p:cNvPr id="3" name="project-title-en">
            <a:extLst xmlns:a="http://schemas.openxmlformats.org/drawingml/2006/main">
              <a:ext uri="{FF2B5EF4-FFF2-40B4-BE49-F238E27FC236}">
                <a16:creationId xmlns:a16="http://schemas.microsoft.com/office/drawing/2014/main" id="{79214D05-2D40-495A-8053-32CB60DC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2450"/>
            <a:ext cx="7962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75" b="0">
                <a:solidFill>
                  <a:srgbClr val="244A70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0">
                <a:solidFill>
                  <a:srgbClr val="244A70"/>
                </a:solidFill>
                <a:latin typeface="Aptos Display"/>
                <a:ea typeface="Aptos Display"/>
                <a:cs typeface="Aptos Display"/>
              </a:rPr>
              <a:t>Rent Unfiltered</a:t>
            </a:r>
          </a:p>
        </p:txBody>
      </p:sp>
      <p:sp>
        <p:nvSpPr>
          <p:cNvPr id="4" name="project-title-zh">
            <a:extLst xmlns:a="http://schemas.openxmlformats.org/drawingml/2006/main">
              <a:ext uri="{FF2B5EF4-FFF2-40B4-BE49-F238E27FC236}">
                <a16:creationId xmlns:a16="http://schemas.microsoft.com/office/drawing/2014/main" id="{7E0DBF4D-E4CD-4C13-BE59-590BC02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047750"/>
            <a:ext cx="7962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0">
                <a:solidFill>
                  <a:srgbClr val="163755"/>
                </a:solidFill>
                <a:latin typeface="Microsoft JhengHei Light"/>
                <a:ea typeface="Microsoft JhengHei Light"/>
                <a:cs typeface="Microsoft JhengHei Light"/>
              </a:defRPr>
            </a:pPr>
            <a:r>
              <a:rPr sz="3450" b="0">
                <a:solidFill>
                  <a:srgbClr val="163755"/>
                </a:solidFill>
                <a:latin typeface="Microsoft JhengHei Light"/>
                <a:ea typeface="Microsoft JhengHei Light"/>
                <a:cs typeface="Microsoft JhengHei Light"/>
              </a:rPr>
              <a:t>透明租屋</a:t>
            </a:r>
          </a:p>
        </p:txBody>
      </p:sp>
      <p:sp>
        <p:nvSpPr>
          <p:cNvPr id="5" name="cover-slogan">
            <a:extLst xmlns:a="http://schemas.openxmlformats.org/drawingml/2006/main">
              <a:ext uri="{FF2B5EF4-FFF2-40B4-BE49-F238E27FC236}">
                <a16:creationId xmlns:a16="http://schemas.microsoft.com/office/drawing/2014/main" id="{656A63EE-61FF-479D-A0D6-8B316BF3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95450"/>
            <a:ext cx="7391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8396">
                    <a:alpha val="60000"/>
                  </a:srgbClr>
                </a:solidFill>
                <a:latin typeface="Microsoft JhengHei Light"/>
                <a:ea typeface="Microsoft JhengHei Light"/>
                <a:cs typeface="Microsoft JhengHei Light"/>
              </a:defRPr>
            </a:pPr>
            <a:r>
              <a:rPr sz="1200" b="0">
                <a:solidFill>
                  <a:srgbClr val="6B8396">
                    <a:alpha val="60000"/>
                  </a:srgbClr>
                </a:solidFill>
                <a:latin typeface="Microsoft JhengHei Light"/>
                <a:ea typeface="Microsoft JhengHei Light"/>
                <a:cs typeface="Microsoft JhengHei Light"/>
              </a:rPr>
              <a:t>讓租屋資訊，從廣告走向透明。</a:t>
            </a:r>
          </a:p>
        </p:txBody>
      </p:sp>
      <p:sp>
        <p:nvSpPr>
          <p:cNvPr id="6" name="team-name-soft-fire-panel">
            <a:extLst xmlns:a="http://schemas.openxmlformats.org/drawingml/2006/main">
              <a:ext uri="{FF2B5EF4-FFF2-40B4-BE49-F238E27FC236}">
                <a16:creationId xmlns:a16="http://schemas.microsoft.com/office/drawing/2014/main" id="{9F0BCD53-9A65-4C04-A89B-66DF34D4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7800975"/>
            <a:ext cx="5181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D">
              <a:alpha val="21961"/>
            </a:srgbClr>
          </a:solidFill>
          <a:ln xmlns:a="http://schemas.openxmlformats.org/drawingml/2006/main" w="4763">
            <a:solidFill>
              <a:srgbClr val="F4C56A">
                <a:alpha val="13333"/>
              </a:srgbClr>
            </a:solidFill>
            <a:prstDash val="solid"/>
          </a:ln>
        </p:spPr>
      </p:sp>
      <p:sp>
        <p:nvSpPr>
          <p:cNvPr id="7" name="team-name-warm-glow">
            <a:extLst xmlns:a="http://schemas.openxmlformats.org/drawingml/2006/main">
              <a:ext uri="{FF2B5EF4-FFF2-40B4-BE49-F238E27FC236}">
                <a16:creationId xmlns:a16="http://schemas.microsoft.com/office/drawing/2014/main" id="{87CB4EBC-0784-43B9-BE5E-1E52C51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39075"/>
            <a:ext cx="5562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8" name="team-name">
            <a:extLst xmlns:a="http://schemas.openxmlformats.org/drawingml/2006/main">
              <a:ext uri="{FF2B5EF4-FFF2-40B4-BE49-F238E27FC236}">
                <a16:creationId xmlns:a16="http://schemas.microsoft.com/office/drawing/2014/main" id="{F8783291-E803-476E-B72B-6B5C8DEE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67650"/>
            <a:ext cx="556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9" name="members-panel">
            <a:extLst xmlns:a="http://schemas.openxmlformats.org/drawingml/2006/main">
              <a:ext uri="{FF2B5EF4-FFF2-40B4-BE49-F238E27FC236}">
                <a16:creationId xmlns:a16="http://schemas.microsoft.com/office/drawing/2014/main" id="{71283D21-FC93-4270-9E3B-007F285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8420100"/>
            <a:ext cx="32766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>
              <a:alpha val="69020"/>
            </a:srgbClr>
          </a:solidFill>
          <a:ln xmlns:a="http://schemas.openxmlformats.org/drawingml/2006/main" w="7620">
            <a:solidFill>
              <a:srgbClr val="8AB8E6">
                <a:alpha val="26667"/>
              </a:srgbClr>
            </a:solidFill>
            <a:prstDash val="solid"/>
          </a:ln>
        </p:spPr>
      </p:sp>
      <p:sp>
        <p:nvSpPr>
          <p:cNvPr id="10" name="members-label">
            <a:extLst xmlns:a="http://schemas.openxmlformats.org/drawingml/2006/main">
              <a:ext uri="{FF2B5EF4-FFF2-40B4-BE49-F238E27FC236}">
                <a16:creationId xmlns:a16="http://schemas.microsoft.com/office/drawing/2014/main" id="{C27C997B-6550-4DE3-9443-7F980380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534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E6A8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E6A82"/>
                </a:solidFill>
                <a:latin typeface="Aptos"/>
                <a:ea typeface="Aptos"/>
                <a:cs typeface="Aptos"/>
              </a:rPr>
              <a:t>Team Members</a:t>
            </a:r>
          </a:p>
        </p:txBody>
      </p:sp>
      <p:sp>
        <p:nvSpPr>
          <p:cNvPr id="11" name="members-names">
            <a:extLst xmlns:a="http://schemas.openxmlformats.org/drawingml/2006/main">
              <a:ext uri="{FF2B5EF4-FFF2-40B4-BE49-F238E27FC236}">
                <a16:creationId xmlns:a16="http://schemas.microsoft.com/office/drawing/2014/main" id="{05A9CB7A-4389-4534-A6FA-783AFAB5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782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rPr>
              <a:t>閻星澄｜羅士桓</a:t>
            </a:r>
          </a:p>
        </p:txBody>
      </p:sp>
    </p:spTree>
    <p:extLst>
      <p:ext uri="{BB962C8B-B14F-4D97-AF65-F5344CB8AC3E}">
        <p14:creationId xmlns:p14="http://schemas.microsoft.com/office/powerpoint/2010/main" val="14305026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2026-05-24T16:21:10.3310000Z</dcterms:created>
  <dcterms:modified xsi:type="dcterms:W3CDTF">2026-05-24T16:21:10.3310000Z</dcterms:modified>
</coreProperties>
</file>