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fc171759f84090" /><Relationship Type="http://schemas.openxmlformats.org/officeDocument/2006/relationships/extended-properties" Target="/docProps/app.xml" Id="Rc5d74da7594c49cc" /><Relationship Type="http://schemas.openxmlformats.org/officeDocument/2006/relationships/officeDocument" Target="/ppt/presentation.xml" Id="Rd228cc77d5cd4e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664227fbff4ae3"/>
  </p:sldMasterIdLst>
  <p:notesMasterIdLst>
    <p:notesMasterId xmlns:r="http://schemas.openxmlformats.org/officeDocument/2006/relationships" r:id="R79138142847c4de5"/>
  </p:notesMasterIdLst>
  <p:sldIdLst>
    <p:sldId xmlns:r="http://schemas.openxmlformats.org/officeDocument/2006/relationships" id="256" r:id="R73fd1eb56bbe4999"/>
  </p:sldIdLst>
  <p:sldSz cx="15925800" cy="896302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64227fbff4ae3" /><Relationship Type="http://schemas.openxmlformats.org/officeDocument/2006/relationships/theme" Target="/ppt/theme/theme1.xml" Id="R97ccfb7ac81a4885" /><Relationship Type="http://schemas.openxmlformats.org/officeDocument/2006/relationships/notesMaster" Target="/ppt/notesMasters/notesMaster1.xml" Id="R79138142847c4de5" /><Relationship Type="http://schemas.openxmlformats.org/officeDocument/2006/relationships/presProps" Target="/ppt/presProps.xml" Id="Ra394600948854b00" /><Relationship Type="http://schemas.openxmlformats.org/officeDocument/2006/relationships/viewProps" Target="/ppt/viewProps.xml" Id="R39caa0f16b2d4e16" /><Relationship Type="http://schemas.openxmlformats.org/officeDocument/2006/relationships/tableStyles" Target="/ppt/tableStyles.xml" Id="Re3fc235ca88842f5" /><Relationship Type="http://schemas.openxmlformats.org/officeDocument/2006/relationships/slide" Target="/ppt/slides/slide1.xml" Id="R73fd1eb56bbe49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8580aba074a46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154aff8ee0434b" /><Relationship Type="http://schemas.openxmlformats.org/officeDocument/2006/relationships/notesMaster" Target="/ppt/notesMasters/notesMaster1.xml" Id="R11424e4ec5494b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6b6c65e57424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d523e1bdf0f416e" /><Relationship Type="http://schemas.openxmlformats.org/officeDocument/2006/relationships/slideLayout" Target="/ppt/slideLayouts/slideLayout2.xml" Id="Rcce9d11c2f684a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e9d11c2f684a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bc78d6d53a4be7" /><Relationship Type="http://schemas.openxmlformats.org/officeDocument/2006/relationships/image" Target="/ppt/media/image.png" Id="R70a02f46fa2d451a" /><Relationship Type="http://schemas.openxmlformats.org/officeDocument/2006/relationships/notesSlide" Target="/ppt/notesSlides/notesSlide1.xml" Id="R73c9486125944d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02f46fa2d451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2" name="statement-reading-panel">
            <a:extLst xmlns:a="http://schemas.openxmlformats.org/drawingml/2006/main">
              <a:ext uri="{FF2B5EF4-FFF2-40B4-BE49-F238E27FC236}">
                <a16:creationId xmlns:a16="http://schemas.microsoft.com/office/drawing/2014/main" id="{4922AB82-423F-4050-B63D-5ADB2B19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75819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5">
              <a:alpha val="86667"/>
            </a:srgbClr>
          </a:solidFill>
          <a:ln xmlns:a="http://schemas.openxmlformats.org/drawingml/2006/main" w="8573">
            <a:solidFill>
              <a:srgbClr val="BFD7EF">
                <a:alpha val="33333"/>
              </a:srgbClr>
            </a:solidFill>
            <a:prstDash val="solid"/>
          </a:ln>
        </p:spPr>
      </p:sp>
      <p:sp>
        <p:nvSpPr>
          <p:cNvPr id="3" name="statement-left-rule">
            <a:extLst xmlns:a="http://schemas.openxmlformats.org/drawingml/2006/main">
              <a:ext uri="{FF2B5EF4-FFF2-40B4-BE49-F238E27FC236}">
                <a16:creationId xmlns:a16="http://schemas.microsoft.com/office/drawing/2014/main" id="{7A7190C3-EB89-4698-A402-3947CB72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86100"/>
            <a:ext cx="381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7D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tatement-paragraph-1">
            <a:extLst xmlns:a="http://schemas.openxmlformats.org/drawingml/2006/main">
              <a:ext uri="{FF2B5EF4-FFF2-40B4-BE49-F238E27FC236}">
                <a16:creationId xmlns:a16="http://schemas.microsoft.com/office/drawing/2014/main" id="{55795158-A2F3-49D4-A5BA-3D929CC0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6381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rPr>
              <a:t>本專案在規劃整理、程式碼生成、文字潤飾、簡報與視覺素材構想等過程中，</a:t>
            </a:r>
          </a:p>
          <a:p xmlns:a="http://schemas.openxmlformats.org/drawingml/2006/main">
            <a:pPr algn="l">
              <a:def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rPr>
              <a:t>有使用 AI 工具作為輔助。AI 的角色主要是協助加速資料整理、系統雛形開發、</a:t>
            </a:r>
          </a:p>
          <a:p xmlns:a="http://schemas.openxmlformats.org/drawingml/2006/main">
            <a:pPr algn="l">
              <a:def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rPr>
              <a:t>文件架構收斂與表達方式調整。</a:t>
            </a:r>
          </a:p>
        </p:txBody>
      </p:sp>
      <p:sp>
        <p:nvSpPr>
          <p:cNvPr id="5" name="statement-paragraph-2">
            <a:extLst xmlns:a="http://schemas.openxmlformats.org/drawingml/2006/main">
              <a:ext uri="{FF2B5EF4-FFF2-40B4-BE49-F238E27FC236}">
                <a16:creationId xmlns:a16="http://schemas.microsoft.com/office/drawing/2014/main" id="{281764BA-9B43-4FB4-9661-812B8B53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62450"/>
            <a:ext cx="63817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rPr>
              <a:t>然而，本專案的問題意識、創意方向、核心概念、系統設計取捨、</a:t>
            </a:r>
          </a:p>
          <a:p xmlns:a="http://schemas.openxmlformats.org/drawingml/2006/main">
            <a:pPr algn="l">
              <a:def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rPr>
              <a:t>RHIR / RRI 架構想法、租屋風險判讀脈絡，以及最終內容判斷，</a:t>
            </a:r>
          </a:p>
          <a:p xmlns:a="http://schemas.openxmlformats.org/drawingml/2006/main">
            <a:pPr algn="l">
              <a:def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rPr>
              <a:t>皆由團隊成員提出、選擇與修正。AI 並非取代人類創作與決策，</a:t>
            </a:r>
          </a:p>
          <a:p xmlns:a="http://schemas.openxmlformats.org/drawingml/2006/main">
            <a:pPr algn="l">
              <a:def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rPr>
              <a:t>而是作為協助實作、整理與表達的工具。</a:t>
            </a:r>
          </a:p>
        </p:txBody>
      </p:sp>
      <p:sp>
        <p:nvSpPr>
          <p:cNvPr id="6" name="statement-paragraph-3">
            <a:extLst xmlns:a="http://schemas.openxmlformats.org/drawingml/2006/main">
              <a:ext uri="{FF2B5EF4-FFF2-40B4-BE49-F238E27FC236}">
                <a16:creationId xmlns:a16="http://schemas.microsoft.com/office/drawing/2014/main" id="{513601DC-02DB-49AA-8C11-B27F8F80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981700"/>
            <a:ext cx="6381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rPr>
              <a:t>我們選擇誠實揭露 AI 的使用，是因為 Rent Unfiltered 透明租屋本身</a:t>
            </a:r>
          </a:p>
          <a:p xmlns:a="http://schemas.openxmlformats.org/drawingml/2006/main">
            <a:pPr algn="l">
              <a:def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rPr>
              <a:t>即重視資訊透明、可追溯與可解釋。對 AI 的使用方式保持清楚說明，</a:t>
            </a:r>
          </a:p>
          <a:p xmlns:a="http://schemas.openxmlformats.org/drawingml/2006/main">
            <a:pPr algn="l">
              <a:def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88" b="0">
                <a:solidFill>
                  <a:srgbClr val="173B5C"/>
                </a:solidFill>
                <a:latin typeface="Microsoft JhengHei"/>
                <a:ea typeface="Microsoft JhengHei"/>
                <a:cs typeface="Microsoft JhengHei"/>
              </a:rPr>
              <a:t>也符合本專案希望推動的透明精神。</a:t>
            </a:r>
          </a:p>
        </p:txBody>
      </p:sp>
    </p:spTree>
    <p:extLst>
      <p:ext uri="{BB962C8B-B14F-4D97-AF65-F5344CB8AC3E}">
        <p14:creationId xmlns:p14="http://schemas.microsoft.com/office/powerpoint/2010/main" val="826898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2026-05-25T02:53:08.4570000Z</dcterms:created>
  <dcterms:modified xsi:type="dcterms:W3CDTF">2026-05-25T02:53:08.4570000Z</dcterms:modified>
</coreProperties>
</file>