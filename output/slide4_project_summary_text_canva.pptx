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C5B599-88A8-F7C2-0649-46AE4840E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B569119-1462-8986-F9CC-5CB823AB4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92D7CA-440A-5794-14F6-8497F3E9B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09A1-E558-4942-BD78-B7E8403AE6C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DE6BAB-FD4C-C4B4-2303-0EE8F011E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54CFA2-B8D8-3205-13AA-8135E07D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9E2FD-2BCC-4120-A2CF-72196FB065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742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2158B5-25E2-123B-B562-30D9D7EB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28666E-959D-4B23-2AB7-42C40A239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A34784-386F-C5EC-838B-0E46667E3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09A1-E558-4942-BD78-B7E8403AE6C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C7F745-0A18-386F-8388-D4CECCAD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16F07-BB59-BB55-0760-F4154160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9E2FD-2BCC-4120-A2CF-72196FB065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191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B899F6-80B3-D2FB-3B9D-06A4F653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B12471-F02D-C4A0-CC82-2B412492B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6C0D89-F578-63B9-62DC-44AC6962B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09A1-E558-4942-BD78-B7E8403AE6C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F1B5E9-A8E3-3F25-A8D2-127A69E1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8290BD-A485-A07D-5B12-8608185A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9E2FD-2BCC-4120-A2CF-72196FB065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7236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FCA2D-D68D-D00F-99E3-442EEF49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242C41-4C03-EA0F-9946-D4A527E78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67D4AD9-A657-3578-4BFF-BA7166265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D8952E-8509-6B1F-3111-63FF25C2F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09A1-E558-4942-BD78-B7E8403AE6C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CB01608-A261-5EA4-8B39-9742AD44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AB3B84-8FA4-94EF-4033-9FB0EE47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9E2FD-2BCC-4120-A2CF-72196FB065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7687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7498B3-E67D-73B4-DCA4-28995DC0B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A57E13-E826-5CFE-8FB0-F280CF389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2E1918-4961-8DD3-502E-CD2852B66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CBA1FE8-E36E-CED5-F039-4387EBF45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653C498-3979-BFBE-65F7-F108DF80D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E8E40FA-DF02-68D4-457A-D2A06B52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09A1-E558-4942-BD78-B7E8403AE6C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168BA35-539A-EA9A-0482-9FAA5571F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EF49075-6E25-BB34-4ED0-DEBF6350E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9E2FD-2BCC-4120-A2CF-72196FB065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60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5BFC1-4E24-0C75-8127-040527D30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6491A3B-739A-695C-0C1E-0428DFC7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09A1-E558-4942-BD78-B7E8403AE6C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EF3320-B015-C9B6-42F4-0A5B62B05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37BADD-CDCF-AEF5-743E-1077478A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9E2FD-2BCC-4120-A2CF-72196FB065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128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41E0D14-718D-6E67-885F-DE2AF4E4F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09A1-E558-4942-BD78-B7E8403AE6C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31A1764-B4ED-8722-E372-48E20905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8DDAFC-A4C1-00DD-6021-DFD4FF75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9E2FD-2BCC-4120-A2CF-72196FB065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9496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BD1277-4418-6E68-31C6-60566A69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BD0B12-B6EE-5BAD-A868-C51C7703C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84AB7DB-C9BC-3289-B75E-530C4E2EC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32577B-4B77-2B73-315C-71A37DBBC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09A1-E558-4942-BD78-B7E8403AE6C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6ACC4D-3BDC-7CCD-52D3-4CC2EB86C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80B6DB-A1ED-A0E5-F8A2-2EC57AB7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9E2FD-2BCC-4120-A2CF-72196FB065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21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0F635D-600A-CDF4-40FC-DB7EFB5EC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0E49F2C-59FD-5392-1C43-A3BE181CAF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80233AB-2B93-37B1-747A-9981F3ECA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0E032D-8766-9BD9-EE07-0B5D034CA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09A1-E558-4942-BD78-B7E8403AE6C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58427B-2822-A058-8A8B-C84985E76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1E6AD67-A3A1-4C75-CFBD-0A884B3D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9E2FD-2BCC-4120-A2CF-72196FB065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782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2F3F96-3D8C-4B73-5F0E-F69B0D56B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4BD1CBB-DE92-B7D5-54AF-5EA5CB80E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6C8809-4CA1-78CA-D62A-CF60EE236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09A1-E558-4942-BD78-B7E8403AE6C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789D52-4FC0-24CC-6207-4F3348AF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49F30A-848A-6FC6-34F7-EAF57A734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9E2FD-2BCC-4120-A2CF-72196FB065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3323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62BDB95-A82B-91F1-22DF-CFF04E33F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9162AFE-F225-A333-FA0C-F33D8A377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55C834-CAE8-D358-38A8-A3C10E77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09A1-E558-4942-BD78-B7E8403AE6C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FF7175-0C5A-075D-F35B-2E963E94A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577250-8773-5991-2324-70E623EE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9E2FD-2BCC-4120-A2CF-72196FB065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282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E574CA0-D329-0A3A-FBFA-94342829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6C6849-C2AD-3795-C2ED-059A2119E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15BA81-0029-A47E-87D7-9E793669B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909A1-E558-4942-BD78-B7E8403AE6C0}" type="datetimeFigureOut">
              <a:rPr lang="zh-TW" altLang="en-US" smtClean="0"/>
              <a:t>2026/5/25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A83886-C302-DD0E-1179-E6BA74B6A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EFC1F8-A0A5-4B04-4467-6414E88C9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9E2FD-2BCC-4120-A2CF-72196FB065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990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537E6AA-EBD1-7AFB-20EF-657078CACF1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8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自訂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星澄 閻</dc:creator>
  <cp:lastModifiedBy>星澄 閻</cp:lastModifiedBy>
  <cp:revision>1</cp:revision>
  <dcterms:created xsi:type="dcterms:W3CDTF">2026-05-25T12:49:22Z</dcterms:created>
  <dcterms:modified xsi:type="dcterms:W3CDTF">2026-05-25T12:49:22Z</dcterms:modified>
</cp:coreProperties>
</file>