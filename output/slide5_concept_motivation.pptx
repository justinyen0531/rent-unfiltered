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4C84BB-2F9A-7F16-8415-8F08DFEC4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681F04A-1FA3-3C3D-8065-0974FD1474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7D6305-7F70-A3A7-CB83-8E2BABF2E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69F6A-7DA7-4601-8260-93A464B264CF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B09B17-3204-B134-B699-DC26AEBC8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639538-BF75-4EB0-62BF-18200AE19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AC9D-8C0A-4F5D-938E-826571E3FC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2099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003935-641C-B65C-1B9D-761978423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1BE132-3D2C-E752-06B0-56B924EBF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600BCC-520B-82FC-06A8-4E0D3BDE5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69F6A-7DA7-4601-8260-93A464B264CF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53E4BE-6358-DCDC-FC81-2FB921842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4A0F5B-C8AB-0156-6DEA-3243CC96A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AC9D-8C0A-4F5D-938E-826571E3FC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8454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02A029-F055-59FB-78BA-67D1871DA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A5FFE68-36BC-8A0A-E768-AFF6164FE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16BF6A-CFF5-B0BF-4410-ACCCD9C7B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69F6A-7DA7-4601-8260-93A464B264CF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5E345E3-EC78-FA50-6406-C37A8729F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BD54CE-DE70-9703-FD9C-2C6801D94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AC9D-8C0A-4F5D-938E-826571E3FC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070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E50E11-70EB-4A61-4B76-5F7C99045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41719C-B21E-6F9C-3265-4275D614B1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EB85435-5E4A-3F78-9BBA-2F020635B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31F21BF-4A35-148A-8828-5C2E8435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69F6A-7DA7-4601-8260-93A464B264CF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8105A35-0C41-A419-1B3B-0B415F818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CABFE59-7C42-0854-C0DB-693C76CC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AC9D-8C0A-4F5D-938E-826571E3FC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0865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155CD9-63F5-7FBB-5BDC-CC63CDA2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D9CB80E-49BE-290C-2C65-785A3EC45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59ADC93-7EAD-5F6D-3CEE-C89F34159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9DAD588-A101-48A8-ABC7-A008EE567F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ABF9242-6538-0E09-F325-B560163A5D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0BF8BE2-6E60-CA25-3ADF-41256F8FA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69F6A-7DA7-4601-8260-93A464B264CF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7E1236A-04E7-E98D-414C-5CBEA8AB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E10FA85-6D92-A263-6D67-25C112641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AC9D-8C0A-4F5D-938E-826571E3FC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3664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7F57BD-56DB-20B1-63D8-B22E28F1C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DB6FC0B-884D-20D0-B543-5554716E2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69F6A-7DA7-4601-8260-93A464B264CF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21ECEF7-45DB-BA58-7601-EC907D6CD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5F737B5-2280-D325-FE86-87659A837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AC9D-8C0A-4F5D-938E-826571E3FC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7802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19E1685-AB74-C870-8571-3E8A24D3B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69F6A-7DA7-4601-8260-93A464B264CF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10974C6-3EB0-6260-9101-B986AC990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B9D277-FF14-B1EF-229D-F9667A3D8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AC9D-8C0A-4F5D-938E-826571E3FC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2962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F955F5-B766-803C-17F5-241EAB116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A1BB47-382A-2AE4-F2E1-5CA8F0676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6A1E336-3775-7FBA-B8AD-1F7C9DA641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3F4BB3F-77A5-328C-EBFD-FA0AB1E13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69F6A-7DA7-4601-8260-93A464B264CF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4B07D35-6619-862B-835D-7EBB8C885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9569DD0-1BA8-AD9E-E698-38BBADAB5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AC9D-8C0A-4F5D-938E-826571E3FC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848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ECAF65-CF30-7877-B0B1-C9A5BA36D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140D6B7-14F7-AF20-7AF0-103AB61EC7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DA85B12-14E9-FF1D-4FC1-263AB5FFD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83A5729-40EB-AC98-FCE5-7BAED771C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69F6A-7DA7-4601-8260-93A464B264CF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7FBC40E-8B19-4CAF-7BE8-AB34FEBA5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F54C0C7-ED06-553F-C805-ED4750631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AC9D-8C0A-4F5D-938E-826571E3FC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1912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F96AD2-D57B-6C77-FAA4-E9A68FB7E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6EA5071-6D75-5015-8B74-116EB7B2AD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A43A2A-A813-34C4-4B9B-EC3668E80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69F6A-7DA7-4601-8260-93A464B264CF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B90791-E00E-3E89-82D8-FD39F9DF9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8F34AE-3BCB-38DD-62A4-23C4DC218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AC9D-8C0A-4F5D-938E-826571E3FC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5768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19768B7-68F8-0951-AB6F-9F6CB54AC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060C27C-C9CC-4DAA-4C65-4D4BD335C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F715DE8-2B0B-A988-BB17-D543845A0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69F6A-7DA7-4601-8260-93A464B264CF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3FAF510-522A-9362-1623-9989546DA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D3B6039-D8F0-58BA-AEA4-02B8E36F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AC9D-8C0A-4F5D-938E-826571E3FC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6890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09A7703-64E4-67E5-5335-6D4E1A06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2553845-8DC2-0B72-F818-95E24DA2A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DC4AB8-4CDF-7082-E340-B105F5CDE4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769F6A-7DA7-4601-8260-93A464B264CF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A365E7-AD84-8231-649E-BD22BB95E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39038F-A482-C048-7DC8-619562AA8B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4EAC9D-8C0A-4F5D-938E-826571E3FC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9173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475C6F2-8334-B7B0-D2F1-61919CABB14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738DDFCB-62AB-300C-8223-E8B3635CD322}"/>
              </a:ext>
            </a:extLst>
          </p:cNvPr>
          <p:cNvSpPr/>
          <p:nvPr/>
        </p:nvSpPr>
        <p:spPr>
          <a:xfrm>
            <a:off x="939800" y="1917700"/>
            <a:ext cx="3975100" cy="340360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3970" cap="flat" cmpd="sng" algn="ctr">
            <a:solidFill>
              <a:srgbClr val="84B5EB">
                <a:alpha val="9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1DD6EC1-E214-1D2A-D585-98756A9EB963}"/>
              </a:ext>
            </a:extLst>
          </p:cNvPr>
          <p:cNvSpPr txBox="1"/>
          <p:nvPr/>
        </p:nvSpPr>
        <p:spPr>
          <a:xfrm>
            <a:off x="1244600" y="2159000"/>
            <a:ext cx="337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2000"/>
              </a:lnSpc>
            </a:pPr>
            <a:r>
              <a:rPr lang="en-US" altLang="zh-TW" sz="935">
                <a:solidFill>
                  <a:srgbClr val="103B6E"/>
                </a:solidFill>
                <a:latin typeface="Microsoft JhengHei" panose="020B0604030504040204" pitchFamily="34" charset="-120"/>
              </a:rPr>
              <a:t>Rent Unfiltered </a:t>
            </a:r>
            <a:r>
              <a:rPr lang="zh-TW" altLang="en-US" sz="935">
                <a:solidFill>
                  <a:srgbClr val="103B6E"/>
                </a:solidFill>
                <a:latin typeface="Microsoft JhengHei" panose="020B0604030504040204" pitchFamily="34" charset="-120"/>
              </a:rPr>
              <a:t>並不是另一個租屋刊登平台，也不是主觀評論平台，而是嘗試建立一套面向租客的租屋資訊透明化基礎設施。
目前租屋資訊常受到廣告排序、平台曝光、行銷包裝與資訊不對稱影響。對學生與第一次租屋者而言，真正重要的風險，例如押金規範、水電費計算、修繕責任、報稅權益、遷戶籍限制與居住安全，往往被隱藏在零散資訊與複雜條款之中。
因此，本專案希望透過一套可解釋、可量化、可比較的租屋風險指標，讓租屋物件不再只依賴流量與包裝獲得曝光，而能透過一致標準被檢視。</a:t>
            </a:r>
            <a:r>
              <a:rPr lang="en-US" altLang="zh-TW" sz="935">
                <a:solidFill>
                  <a:srgbClr val="103B6E"/>
                </a:solidFill>
                <a:latin typeface="Microsoft JhengHei" panose="020B0604030504040204" pitchFamily="34" charset="-120"/>
              </a:rPr>
              <a:t>Unfiltered </a:t>
            </a:r>
            <a:r>
              <a:rPr lang="zh-TW" altLang="en-US" sz="935">
                <a:solidFill>
                  <a:srgbClr val="103B6E"/>
                </a:solidFill>
                <a:latin typeface="Microsoft JhengHei" panose="020B0604030504040204" pitchFamily="34" charset="-120"/>
              </a:rPr>
              <a:t>並不是毫無過濾，而是不被廣告、流量與市場權力過濾。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8A3A74A0-878C-CFD3-CCE0-4BB2724744A4}"/>
              </a:ext>
            </a:extLst>
          </p:cNvPr>
          <p:cNvSpPr/>
          <p:nvPr/>
        </p:nvSpPr>
        <p:spPr>
          <a:xfrm>
            <a:off x="7429500" y="1917700"/>
            <a:ext cx="3975100" cy="340360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3970" cap="flat" cmpd="sng" algn="ctr">
            <a:solidFill>
              <a:srgbClr val="84B5EB">
                <a:alpha val="9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22F4E0B-C869-15C2-02A7-6C16DE66607F}"/>
              </a:ext>
            </a:extLst>
          </p:cNvPr>
          <p:cNvSpPr txBox="1"/>
          <p:nvPr/>
        </p:nvSpPr>
        <p:spPr>
          <a:xfrm>
            <a:off x="7734300" y="2159000"/>
            <a:ext cx="337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TW" sz="920">
                <a:solidFill>
                  <a:srgbClr val="103B6E"/>
                </a:solidFill>
                <a:latin typeface="Microsoft JhengHei" panose="020B0604030504040204" pitchFamily="34" charset="-120"/>
              </a:rPr>
              <a:t>Rent Unfiltered </a:t>
            </a:r>
            <a:r>
              <a:rPr lang="zh-TW" altLang="en-US" sz="920">
                <a:solidFill>
                  <a:srgbClr val="103B6E"/>
                </a:solidFill>
                <a:latin typeface="Microsoft JhengHei" panose="020B0604030504040204" pitchFamily="34" charset="-120"/>
              </a:rPr>
              <a:t>透明租屋的創作動機，並不是來自個人立即性的租屋需求，而是來自對居住市場與租賃關係的觀察。
從經濟學角度來看，居住可以被視為一種持續消費的住宅服務。整個社會其實都處於廣義的居住服務關係之中。
然而，自住者與租屋者在風險控管與生活主權上存在明顯差異。學生、新鮮人與短期租屋者，往往受限於預算、時間與經驗，難以投入同等查核成本。
因此，租屋者特別是學生族群，常在資訊成本較高、辨別能力較低、承擔能力較弱的情況下，面對契約、費用、居住安全與租客權益等風險。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933E31A-5FAE-FA32-2E6F-A02E2E217B83}"/>
              </a:ext>
            </a:extLst>
          </p:cNvPr>
          <p:cNvSpPr/>
          <p:nvPr/>
        </p:nvSpPr>
        <p:spPr>
          <a:xfrm>
            <a:off x="4978400" y="2336800"/>
            <a:ext cx="2260600" cy="128270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3970" cap="flat" cmpd="sng" algn="ctr">
            <a:solidFill>
              <a:srgbClr val="84B5EB">
                <a:alpha val="9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DBCFD94-E679-1964-B2A7-D83F9B068CA9}"/>
              </a:ext>
            </a:extLst>
          </p:cNvPr>
          <p:cNvSpPr txBox="1"/>
          <p:nvPr/>
        </p:nvSpPr>
        <p:spPr>
          <a:xfrm>
            <a:off x="5207000" y="25146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TW" sz="1020">
                <a:solidFill>
                  <a:srgbClr val="0E437D"/>
                </a:solidFill>
                <a:latin typeface="Microsoft JhengHei" panose="020B0604030504040204" pitchFamily="34" charset="-120"/>
              </a:rPr>
              <a:t>AI </a:t>
            </a:r>
            <a:r>
              <a:rPr lang="zh-TW" altLang="en-US" sz="1020">
                <a:solidFill>
                  <a:srgbClr val="0E437D"/>
                </a:solidFill>
                <a:latin typeface="Microsoft JhengHei" panose="020B0604030504040204" pitchFamily="34" charset="-120"/>
              </a:rPr>
              <a:t>的角色
</a:t>
            </a:r>
            <a:r>
              <a:rPr lang="en-US" altLang="zh-TW" sz="1020">
                <a:solidFill>
                  <a:srgbClr val="0E437D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020">
                <a:solidFill>
                  <a:srgbClr val="0E437D"/>
                </a:solidFill>
                <a:latin typeface="Microsoft JhengHei" panose="020B0604030504040204" pitchFamily="34" charset="-120"/>
              </a:rPr>
              <a:t>整理資訊與條款
</a:t>
            </a:r>
            <a:r>
              <a:rPr lang="en-US" altLang="zh-TW" sz="1020">
                <a:solidFill>
                  <a:srgbClr val="0E437D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020">
                <a:solidFill>
                  <a:srgbClr val="0E437D"/>
                </a:solidFill>
                <a:latin typeface="Microsoft JhengHei" panose="020B0604030504040204" pitchFamily="34" charset="-120"/>
              </a:rPr>
              <a:t>揭露契約、費用、安全風險
</a:t>
            </a:r>
            <a:r>
              <a:rPr lang="en-US" altLang="zh-TW" sz="1020">
                <a:solidFill>
                  <a:srgbClr val="0E437D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020">
                <a:solidFill>
                  <a:srgbClr val="0E437D"/>
                </a:solidFill>
                <a:latin typeface="Microsoft JhengHei" panose="020B0604030504040204" pitchFamily="34" charset="-120"/>
              </a:rPr>
              <a:t>降低理解門檻
</a:t>
            </a:r>
            <a:r>
              <a:rPr lang="en-US" altLang="zh-TW" sz="1020">
                <a:solidFill>
                  <a:srgbClr val="0E437D"/>
                </a:solidFill>
                <a:latin typeface="Microsoft JhengHei" panose="020B0604030504040204" pitchFamily="34" charset="-120"/>
              </a:rPr>
              <a:t>• </a:t>
            </a:r>
            <a:r>
              <a:rPr lang="zh-TW" altLang="en-US" sz="1020">
                <a:solidFill>
                  <a:srgbClr val="0E437D"/>
                </a:solidFill>
                <a:latin typeface="Microsoft JhengHei" panose="020B0604030504040204" pitchFamily="34" charset="-120"/>
              </a:rPr>
              <a:t>不替使用者做最終決定</a:t>
            </a:r>
          </a:p>
        </p:txBody>
      </p:sp>
    </p:spTree>
    <p:extLst>
      <p:ext uri="{BB962C8B-B14F-4D97-AF65-F5344CB8AC3E}">
        <p14:creationId xmlns:p14="http://schemas.microsoft.com/office/powerpoint/2010/main" val="3296210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</Words>
  <Application>Microsoft Office PowerPoint</Application>
  <PresentationFormat>自訂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Microsoft JhengHei</vt:lpstr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星澄 閻</dc:creator>
  <cp:lastModifiedBy>星澄 閻</cp:lastModifiedBy>
  <cp:revision>1</cp:revision>
  <dcterms:created xsi:type="dcterms:W3CDTF">2026-05-25T14:14:00Z</dcterms:created>
  <dcterms:modified xsi:type="dcterms:W3CDTF">2026-05-25T14:14:00Z</dcterms:modified>
</cp:coreProperties>
</file>