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26110C-5B71-2B5A-A0AF-D68F0C0B5D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54F3932-D5E6-3275-3AF9-2B71E3B22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8EBEC5-E501-E427-FCD2-7DE0EDB7F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AD5D-0C26-4AFA-A231-757C0F373B90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B040BD8-B8AE-E126-06B5-DB8880010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379AB96-3FB8-F2AC-8413-90CB2DFFA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D2F9-D3B1-4B62-B188-852FB17D3C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6668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D5358E-DDB6-DE8D-DF83-58DA81025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A615C4-961C-2859-721E-B7782ACA7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509BEA7-F24D-45DF-D197-B343B503C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AD5D-0C26-4AFA-A231-757C0F373B90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FD7CEC-81C4-D34E-A50D-C531C4339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9C6E7C4-46B7-46CD-3577-ACB08AF0E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D2F9-D3B1-4B62-B188-852FB17D3C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857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33DC01-EA83-629A-6C48-C9308B539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A6B163F-50C0-8889-49E3-C21B86688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162672-288F-B248-0325-C90772C9C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AD5D-0C26-4AFA-A231-757C0F373B90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9A12F5A-7B53-ADF7-1E59-1B83A314E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4B201FB-22F2-6EE1-5BAB-C3749A6BE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D2F9-D3B1-4B62-B188-852FB17D3C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4213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8E0936-40F2-160F-0277-FB61A3B1F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EBB44A-0217-AE49-0A7E-033B962426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EDA9FB7-126E-74D2-00C5-79EC919FF3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7F0620D-8585-3A30-2B69-FA62F657E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AD5D-0C26-4AFA-A231-757C0F373B90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AFCCA9B-A508-92DA-F0DD-4E732D9A7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E558B81-5238-C044-9729-E7F454F0C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D2F9-D3B1-4B62-B188-852FB17D3C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0209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C95A31-0C09-D77D-8126-7003A4F91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856155E-E2E0-E094-F027-19D639B40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A378D9D-AA74-E9C5-5ED3-D67283EC0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8643ED3-055F-4832-B338-503C9B9251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CF49AEE-56E6-B0D9-E527-58BD01066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3951838-CF46-8ACB-0DE7-747407BC5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AD5D-0C26-4AFA-A231-757C0F373B90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E784B2A-E9B4-CA07-E41C-A4ECDFB84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28FAF54-C16F-72F2-78FB-16A2ADE67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D2F9-D3B1-4B62-B188-852FB17D3C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9021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F3EF63-DA9B-FCAB-5B6B-D0A7C4BB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DC07411-E007-90B3-1127-919C4C343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AD5D-0C26-4AFA-A231-757C0F373B90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48F001F-0A67-0376-B8FA-0CA90C647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9224535-2626-B696-976B-70D90C0FF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D2F9-D3B1-4B62-B188-852FB17D3C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0239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3F53E81-4BEE-0158-A635-7F39CEFBD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AD5D-0C26-4AFA-A231-757C0F373B90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5B2B9CA-E0EE-2CC3-4F70-EC333C823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5F4A5DE-0F28-9BAA-0F46-DCA0295AE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D2F9-D3B1-4B62-B188-852FB17D3C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7863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108ED3-0044-8C9B-70F3-764F650EC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4BB14B-5E21-1B1B-7036-3AF1C6BD7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4EE777B-82BC-7909-6420-1779C64EA1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FBB6A4A-89EB-CCC0-CD59-9CCEE161F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AD5D-0C26-4AFA-A231-757C0F373B90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E9576E0-078D-B3B7-18E4-0764C4E65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267A359-B4F4-E5AC-8D8B-04CBD6121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D2F9-D3B1-4B62-B188-852FB17D3C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8583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F406BC-30D5-5F30-5D6B-71731C3EE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0C9F3BA-77A2-827E-7834-B43227FF3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9C15F53-B8F1-D279-D5EB-C7D05DFD9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9111028-6531-622C-5258-F9B80591D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AD5D-0C26-4AFA-A231-757C0F373B90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1CE7768-8CEA-1A00-409A-749D5C3BC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4C0269D-2494-483A-A55E-901B39E06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D2F9-D3B1-4B62-B188-852FB17D3C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153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839C15-DF0A-6866-198A-46F3CC00F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3F0E2E2-29E7-4475-37C9-6A8CAD4B4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37DA8C-C3C0-CB6C-462D-26E5BF7DE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AD5D-0C26-4AFA-A231-757C0F373B90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3F73D84-27BB-333A-80BF-47BD8BCCB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A5A170-9373-89FA-017F-AE746419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D2F9-D3B1-4B62-B188-852FB17D3C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0382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B3749C6-1005-60F0-801D-3B88D21851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2EEC35F-9FC4-B088-D037-7E0B4A801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FCE3746-997D-DC71-9F16-EAA351856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AD5D-0C26-4AFA-A231-757C0F373B90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F84D04-3BB9-2C6E-40E6-F46D2B61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CD5797C-90AE-96CB-0A2D-EBDECD4C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D2F9-D3B1-4B62-B188-852FB17D3C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7107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4074241-271C-C732-6BB4-992922CFA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B69BB70-7F2F-A71F-FF6E-AD8D0D72D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C38A1BD-1C35-803E-FFCE-F4678440F3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1AAD5D-0C26-4AFA-A231-757C0F373B90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4EF5D4-ADA1-9DC1-C552-33BDDD88B6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D12DCB7-840D-425F-D833-0841F17354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86D2F9-D3B1-4B62-B188-852FB17D3C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3041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29802C9-ED5D-3545-DCD4-9C29BFA4ED4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3C39EDBE-CF49-9A6E-EEBC-3CC49C0717D1}"/>
              </a:ext>
            </a:extLst>
          </p:cNvPr>
          <p:cNvSpPr/>
          <p:nvPr/>
        </p:nvSpPr>
        <p:spPr>
          <a:xfrm>
            <a:off x="2209800" y="1206500"/>
            <a:ext cx="7772400" cy="38100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 cap="flat" cmpd="sng" algn="ctr">
            <a:solidFill>
              <a:srgbClr val="B8CAE0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EB77D95-B238-4D1A-E7B1-58B59DA740FF}"/>
              </a:ext>
            </a:extLst>
          </p:cNvPr>
          <p:cNvSpPr txBox="1"/>
          <p:nvPr/>
        </p:nvSpPr>
        <p:spPr>
          <a:xfrm>
            <a:off x="2667000" y="1473200"/>
            <a:ext cx="3149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zh-TW" altLang="en-US" sz="1340" b="1">
                <a:solidFill>
                  <a:srgbClr val="052A52"/>
                </a:solidFill>
                <a:latin typeface="Microsoft JhengHei" panose="020B0604030504040204" pitchFamily="34" charset="-120"/>
              </a:rPr>
              <a:t>租屋市場存在資訊不對稱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34E99F3-EABA-9A67-1237-421E86B70AB4}"/>
              </a:ext>
            </a:extLst>
          </p:cNvPr>
          <p:cNvSpPr txBox="1"/>
          <p:nvPr/>
        </p:nvSpPr>
        <p:spPr>
          <a:xfrm>
            <a:off x="2641600" y="1905000"/>
            <a:ext cx="3225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82000"/>
              </a:lnSpc>
            </a:pPr>
            <a:r>
              <a:rPr lang="zh-TW" altLang="en-US" sz="925">
                <a:solidFill>
                  <a:srgbClr val="052A52"/>
                </a:solidFill>
                <a:latin typeface="Microsoft JhengHei" panose="020B0604030504040204" pitchFamily="34" charset="-120"/>
              </a:rPr>
              <a:t>目前租屋市場中，租客通常比出租方掌握更少資訊。租屋廣告可能強調價格、地點、照片與設備，但真正影響居住安全與租客權益的資訊，例如水電費計算方式、修繕責任、押金退還、提前解約條款、報稅與遷戶籍限制，往往不容易被完整揭露。
這使租屋市場具有「檸檬市場」特徵：品質差異存在，但租客難以在簽約前準確判斷。當使用者無法分辨風險時，劣質物件可能仍能透過包裝、話術或曝光取得交易機會，而優良物件也不一定能因為品質較好而被有效看見。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B75E01D-C1D0-0039-7350-123ADDE42B60}"/>
              </a:ext>
            </a:extLst>
          </p:cNvPr>
          <p:cNvSpPr txBox="1"/>
          <p:nvPr/>
        </p:nvSpPr>
        <p:spPr>
          <a:xfrm>
            <a:off x="6350000" y="1473200"/>
            <a:ext cx="320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zh-TW" altLang="en-US" sz="1240" b="1">
                <a:solidFill>
                  <a:srgbClr val="052A52"/>
                </a:solidFill>
                <a:latin typeface="Microsoft JhengHei" panose="020B0604030504040204" pitchFamily="34" charset="-120"/>
              </a:rPr>
              <a:t>資訊透明化可能改變租屋市場效率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45A9B19-10EB-99A0-9741-CFDF791362E0}"/>
              </a:ext>
            </a:extLst>
          </p:cNvPr>
          <p:cNvSpPr txBox="1"/>
          <p:nvPr/>
        </p:nvSpPr>
        <p:spPr>
          <a:xfrm>
            <a:off x="6324600" y="1905000"/>
            <a:ext cx="3276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78000"/>
              </a:lnSpc>
            </a:pPr>
            <a:r>
              <a:rPr lang="zh-TW" altLang="en-US" sz="805">
                <a:solidFill>
                  <a:srgbClr val="052A52"/>
                </a:solidFill>
                <a:latin typeface="Microsoft JhengHei" panose="020B0604030504040204" pitchFamily="34" charset="-120"/>
              </a:rPr>
              <a:t>若租屋資訊能透過 </a:t>
            </a:r>
            <a:r>
              <a:rPr lang="en-US" altLang="zh-TW" sz="805">
                <a:solidFill>
                  <a:srgbClr val="052A52"/>
                </a:solidFill>
                <a:latin typeface="Microsoft JhengHei" panose="020B0604030504040204" pitchFamily="34" charset="-120"/>
              </a:rPr>
              <a:t>AI </a:t>
            </a:r>
            <a:r>
              <a:rPr lang="zh-TW" altLang="en-US" sz="805">
                <a:solidFill>
                  <a:srgbClr val="052A52"/>
                </a:solidFill>
                <a:latin typeface="Microsoft JhengHei" panose="020B0604030504040204" pitchFamily="34" charset="-120"/>
              </a:rPr>
              <a:t>與公開指標變得更透明，租屋市場的供需關係可能產生變化。
對需求端而言，租客能更清楚比較不同物件的風險與品質，對劣質高價物件的需求會下降，對透明、安全且條件合理的物件需求會上升。需求不再只是被地點與價格牽引，也會開始反映資訊品質與安全性。
對供給端而言，透明化會增加出租方揭露資訊與改善條件的誘因。劣質或高風險物件可能被市場懲罰，條件清楚、風險較低的物件則可能獲得更好的曝光與信任。
在經濟學上，這有助於降低搜尋成本與資訊不對稱所造成的無謂損失，使租屋市場從盲目摸索更接近精準匹配。</a:t>
            </a:r>
          </a:p>
        </p:txBody>
      </p:sp>
    </p:spTree>
    <p:extLst>
      <p:ext uri="{BB962C8B-B14F-4D97-AF65-F5344CB8AC3E}">
        <p14:creationId xmlns:p14="http://schemas.microsoft.com/office/powerpoint/2010/main" val="4124241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</Words>
  <Application>Microsoft Office PowerPoint</Application>
  <PresentationFormat>自訂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Microsoft JhengHei</vt:lpstr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星澄 閻</dc:creator>
  <cp:lastModifiedBy>星澄 閻</cp:lastModifiedBy>
  <cp:revision>1</cp:revision>
  <dcterms:created xsi:type="dcterms:W3CDTF">2026-05-25T15:00:47Z</dcterms:created>
  <dcterms:modified xsi:type="dcterms:W3CDTF">2026-05-25T15:00:47Z</dcterms:modified>
</cp:coreProperties>
</file>